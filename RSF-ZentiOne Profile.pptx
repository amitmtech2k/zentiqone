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6" r:id="rId5"/>
    <p:sldId id="265" r:id="rId6"/>
    <p:sldId id="262" r:id="rId7"/>
    <p:sldId id="276" r:id="rId8"/>
    <p:sldId id="272" r:id="rId9"/>
    <p:sldId id="300" r:id="rId10"/>
    <p:sldId id="301" r:id="rId11"/>
    <p:sldId id="274" r:id="rId12"/>
    <p:sldId id="294" r:id="rId13"/>
    <p:sldId id="295" r:id="rId14"/>
    <p:sldId id="299" r:id="rId1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65540D-5159-286E-6E07-EF179E2CF3DA}" v="48" dt="2026-08-20T06:43:46.768"/>
    <p1510:client id="{DB3F2985-2E2B-CC22-9865-BE87874BCC5E}" v="1" dt="2026-08-20T07:23:08.6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chnology Payyantra" userId="S::technology@payyantra.com::9e486473-e982-463d-841a-6ac17efdccf4" providerId="AD" clId="Web-{82431B9A-8DC9-85C1-FA0D-8ED05B5D67EE}"/>
    <pc:docChg chg="delSld modSld sldOrd addSection modSection">
      <pc:chgData name="Technology Payyantra" userId="S::technology@payyantra.com::9e486473-e982-463d-841a-6ac17efdccf4" providerId="AD" clId="Web-{82431B9A-8DC9-85C1-FA0D-8ED05B5D67EE}" dt="2026-07-29T10:32:11.528" v="0"/>
      <pc:docMkLst>
        <pc:docMk/>
      </pc:docMkLst>
      <pc:sldChg chg="modSp ord">
        <pc:chgData name="Technology Payyantra" userId="S::technology@payyantra.com::9e486473-e982-463d-841a-6ac17efdccf4" providerId="AD" clId="Web-{82431B9A-8DC9-85C1-FA0D-8ED05B5D67EE}" dt="2026-07-29T10:32:11.528" v="0"/>
        <pc:sldMkLst>
          <pc:docMk/>
          <pc:sldMk cId="0" sldId="256"/>
        </pc:sldMkLst>
        <pc:spChg chg="mod">
          <ac:chgData name="Technology Payyantra" userId="S::technology@payyantra.com::9e486473-e982-463d-841a-6ac17efdccf4" providerId="AD" clId="Web-{82431B9A-8DC9-85C1-FA0D-8ED05B5D67EE}" dt="2026-07-29T10:32:11.528" v="0"/>
          <ac:spMkLst>
            <pc:docMk/>
            <pc:sldMk cId="0" sldId="256"/>
            <ac:spMk id="8"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56"/>
            <ac:spMk id="11"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56"/>
            <ac:spMk id="12"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56"/>
            <ac:spMk id="13"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56"/>
            <ac:spMk id="14"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56"/>
            <ac:spMk id="15"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56"/>
            <ac:spMk id="16"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56"/>
            <ac:spMk id="17"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56"/>
            <ac:spMk id="18" creationId="{00000000-0000-0000-0000-000000000000}"/>
          </ac:spMkLst>
        </pc:spChg>
      </pc:sldChg>
      <pc:sldChg chg="modSp ord">
        <pc:chgData name="Technology Payyantra" userId="S::technology@payyantra.com::9e486473-e982-463d-841a-6ac17efdccf4" providerId="AD" clId="Web-{82431B9A-8DC9-85C1-FA0D-8ED05B5D67EE}" dt="2026-07-29T10:32:11.528" v="0"/>
        <pc:sldMkLst>
          <pc:docMk/>
          <pc:sldMk cId="0" sldId="262"/>
        </pc:sldMkLst>
        <pc:spChg chg="mod">
          <ac:chgData name="Technology Payyantra" userId="S::technology@payyantra.com::9e486473-e982-463d-841a-6ac17efdccf4" providerId="AD" clId="Web-{82431B9A-8DC9-85C1-FA0D-8ED05B5D67EE}" dt="2026-07-29T10:32:11.528" v="0"/>
          <ac:spMkLst>
            <pc:docMk/>
            <pc:sldMk cId="0" sldId="262"/>
            <ac:spMk id="7"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62"/>
            <ac:spMk id="11"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62"/>
            <ac:spMk id="200094"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62"/>
            <ac:spMk id="200095"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62"/>
            <ac:spMk id="200099"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62"/>
            <ac:spMk id="200105"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62"/>
            <ac:spMk id="200110"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62"/>
            <ac:spMk id="200114"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62"/>
            <ac:spMk id="200115"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62"/>
            <ac:spMk id="200123" creationId="{00000000-0000-0000-0000-000000000000}"/>
          </ac:spMkLst>
        </pc:spChg>
      </pc:sldChg>
      <pc:sldChg chg="modSp ord">
        <pc:chgData name="Technology Payyantra" userId="S::technology@payyantra.com::9e486473-e982-463d-841a-6ac17efdccf4" providerId="AD" clId="Web-{82431B9A-8DC9-85C1-FA0D-8ED05B5D67EE}" dt="2026-07-29T10:32:11.528" v="0"/>
        <pc:sldMkLst>
          <pc:docMk/>
          <pc:sldMk cId="0" sldId="265"/>
        </pc:sldMkLst>
        <pc:spChg chg="mod">
          <ac:chgData name="Technology Payyantra" userId="S::technology@payyantra.com::9e486473-e982-463d-841a-6ac17efdccf4" providerId="AD" clId="Web-{82431B9A-8DC9-85C1-FA0D-8ED05B5D67EE}" dt="2026-07-29T10:32:11.528" v="0"/>
          <ac:spMkLst>
            <pc:docMk/>
            <pc:sldMk cId="0" sldId="265"/>
            <ac:spMk id="5"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65"/>
            <ac:spMk id="6"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65"/>
            <ac:spMk id="14"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65"/>
            <ac:spMk id="17"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65"/>
            <ac:spMk id="18"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65"/>
            <ac:spMk id="20"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65"/>
            <ac:spMk id="200143"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65"/>
            <ac:spMk id="200148"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65"/>
            <ac:spMk id="200149"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65"/>
            <ac:spMk id="200154" creationId="{00000000-0000-0000-0000-000000000000}"/>
          </ac:spMkLst>
        </pc:spChg>
      </pc:sldChg>
      <pc:sldChg chg="addSp modSp ord">
        <pc:chgData name="Technology Payyantra" userId="S::technology@payyantra.com::9e486473-e982-463d-841a-6ac17efdccf4" providerId="AD" clId="Web-{82431B9A-8DC9-85C1-FA0D-8ED05B5D67EE}" dt="2026-07-29T10:32:11.528" v="0"/>
        <pc:sldMkLst>
          <pc:docMk/>
          <pc:sldMk cId="0" sldId="272"/>
        </pc:sldMkLst>
        <pc:spChg chg="mod">
          <ac:chgData name="Technology Payyantra" userId="S::technology@payyantra.com::9e486473-e982-463d-841a-6ac17efdccf4" providerId="AD" clId="Web-{82431B9A-8DC9-85C1-FA0D-8ED05B5D67EE}" dt="2026-07-29T10:32:11.528" v="0"/>
          <ac:spMkLst>
            <pc:docMk/>
            <pc:sldMk cId="0" sldId="272"/>
            <ac:spMk id="5"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72"/>
            <ac:spMk id="200242"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72"/>
            <ac:spMk id="200248"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72"/>
            <ac:spMk id="200252"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72"/>
            <ac:spMk id="200253"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72"/>
            <ac:spMk id="200258"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72"/>
            <ac:spMk id="200262"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72"/>
            <ac:spMk id="200266"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72"/>
            <ac:spMk id="200269" creationId="{00000000-0000-0000-0000-000000000000}"/>
          </ac:spMkLst>
        </pc:spChg>
        <pc:spChg chg="add">
          <ac:chgData name="Technology Payyantra" userId="S::technology@payyantra.com::9e486473-e982-463d-841a-6ac17efdccf4" providerId="AD" clId="Web-{82431B9A-8DC9-85C1-FA0D-8ED05B5D67EE}" dt="2026-07-29T10:32:11.528" v="0"/>
          <ac:spMkLst>
            <pc:docMk/>
            <pc:sldMk cId="0" sldId="272"/>
            <ac:spMk id="200993" creationId="{00000000-0000-0000-0000-000000000000}"/>
          </ac:spMkLst>
        </pc:spChg>
      </pc:sldChg>
      <pc:sldChg chg="modSp ord">
        <pc:chgData name="Technology Payyantra" userId="S::technology@payyantra.com::9e486473-e982-463d-841a-6ac17efdccf4" providerId="AD" clId="Web-{82431B9A-8DC9-85C1-FA0D-8ED05B5D67EE}" dt="2026-07-29T10:32:11.528" v="0"/>
        <pc:sldMkLst>
          <pc:docMk/>
          <pc:sldMk cId="0" sldId="274"/>
        </pc:sldMkLst>
        <pc:spChg chg="mod">
          <ac:chgData name="Technology Payyantra" userId="S::technology@payyantra.com::9e486473-e982-463d-841a-6ac17efdccf4" providerId="AD" clId="Web-{82431B9A-8DC9-85C1-FA0D-8ED05B5D67EE}" dt="2026-07-29T10:32:11.528" v="0"/>
          <ac:spMkLst>
            <pc:docMk/>
            <pc:sldMk cId="0" sldId="274"/>
            <ac:spMk id="5"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74"/>
            <ac:spMk id="7"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74"/>
            <ac:spMk id="11"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74"/>
            <ac:spMk id="200285"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74"/>
            <ac:spMk id="200290"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74"/>
            <ac:spMk id="200295"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74"/>
            <ac:spMk id="200310"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74"/>
            <ac:spMk id="200315"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74"/>
            <ac:spMk id="200320"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74"/>
            <ac:spMk id="200324" creationId="{00000000-0000-0000-0000-000000000000}"/>
          </ac:spMkLst>
        </pc:spChg>
      </pc:sldChg>
      <pc:sldChg chg="addSp modSp ord">
        <pc:chgData name="Technology Payyantra" userId="S::technology@payyantra.com::9e486473-e982-463d-841a-6ac17efdccf4" providerId="AD" clId="Web-{82431B9A-8DC9-85C1-FA0D-8ED05B5D67EE}" dt="2026-07-29T10:32:11.528" v="0"/>
        <pc:sldMkLst>
          <pc:docMk/>
          <pc:sldMk cId="0" sldId="276"/>
        </pc:sldMkLst>
        <pc:spChg chg="mod">
          <ac:chgData name="Technology Payyantra" userId="S::technology@payyantra.com::9e486473-e982-463d-841a-6ac17efdccf4" providerId="AD" clId="Web-{82431B9A-8DC9-85C1-FA0D-8ED05B5D67EE}" dt="2026-07-29T10:32:11.528" v="0"/>
          <ac:spMkLst>
            <pc:docMk/>
            <pc:sldMk cId="0" sldId="276"/>
            <ac:spMk id="200335"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76"/>
            <ac:spMk id="200340"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76"/>
            <ac:spMk id="200344"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76"/>
            <ac:spMk id="200346"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76"/>
            <ac:spMk id="200349"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76"/>
            <ac:spMk id="200350"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76"/>
            <ac:spMk id="200353"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76"/>
            <ac:spMk id="200357"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76"/>
            <ac:spMk id="200358" creationId="{00000000-0000-0000-0000-000000000000}"/>
          </ac:spMkLst>
        </pc:spChg>
        <pc:spChg chg="add">
          <ac:chgData name="Technology Payyantra" userId="S::technology@payyantra.com::9e486473-e982-463d-841a-6ac17efdccf4" providerId="AD" clId="Web-{82431B9A-8DC9-85C1-FA0D-8ED05B5D67EE}" dt="2026-07-29T10:32:11.528" v="0"/>
          <ac:spMkLst>
            <pc:docMk/>
            <pc:sldMk cId="0" sldId="276"/>
            <ac:spMk id="200991" creationId="{00000000-0000-0000-0000-000000000000}"/>
          </ac:spMkLst>
        </pc:spChg>
      </pc:sldChg>
      <pc:sldChg chg="addSp modSp ord">
        <pc:chgData name="Technology Payyantra" userId="S::technology@payyantra.com::9e486473-e982-463d-841a-6ac17efdccf4" providerId="AD" clId="Web-{82431B9A-8DC9-85C1-FA0D-8ED05B5D67EE}" dt="2026-07-29T10:32:11.528" v="0"/>
        <pc:sldMkLst>
          <pc:docMk/>
          <pc:sldMk cId="0" sldId="295"/>
        </pc:sldMkLst>
        <pc:spChg chg="mod">
          <ac:chgData name="Technology Payyantra" userId="S::technology@payyantra.com::9e486473-e982-463d-841a-6ac17efdccf4" providerId="AD" clId="Web-{82431B9A-8DC9-85C1-FA0D-8ED05B5D67EE}" dt="2026-07-29T10:32:11.528" v="0"/>
          <ac:spMkLst>
            <pc:docMk/>
            <pc:sldMk cId="0" sldId="295"/>
            <ac:spMk id="5"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95"/>
            <ac:spMk id="6"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95"/>
            <ac:spMk id="7"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95"/>
            <ac:spMk id="200658"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95"/>
            <ac:spMk id="200659"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95"/>
            <ac:spMk id="200668"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95"/>
            <ac:spMk id="200674"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95"/>
            <ac:spMk id="200683"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95"/>
            <ac:spMk id="200684"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95"/>
            <ac:spMk id="200688" creationId="{00000000-0000-0000-0000-000000000000}"/>
          </ac:spMkLst>
        </pc:spChg>
      </pc:sldChg>
      <pc:sldChg chg="addSp modSp ord">
        <pc:chgData name="Technology Payyantra" userId="S::technology@payyantra.com::9e486473-e982-463d-841a-6ac17efdccf4" providerId="AD" clId="Web-{82431B9A-8DC9-85C1-FA0D-8ED05B5D67EE}" dt="2026-07-29T10:32:11.528" v="0"/>
        <pc:sldMkLst>
          <pc:docMk/>
          <pc:sldMk cId="0" sldId="299"/>
        </pc:sldMkLst>
        <pc:spChg chg="mod">
          <ac:chgData name="Technology Payyantra" userId="S::technology@payyantra.com::9e486473-e982-463d-841a-6ac17efdccf4" providerId="AD" clId="Web-{82431B9A-8DC9-85C1-FA0D-8ED05B5D67EE}" dt="2026-07-29T10:32:11.528" v="0"/>
          <ac:spMkLst>
            <pc:docMk/>
            <pc:sldMk cId="0" sldId="299"/>
            <ac:spMk id="7"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99"/>
            <ac:spMk id="8"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99"/>
            <ac:spMk id="9"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99"/>
            <ac:spMk id="11" creationId="{00000000-0000-0000-0000-000000000000}"/>
          </ac:spMkLst>
        </pc:spChg>
        <pc:spChg chg="mod">
          <ac:chgData name="Technology Payyantra" userId="S::technology@payyantra.com::9e486473-e982-463d-841a-6ac17efdccf4" providerId="AD" clId="Web-{82431B9A-8DC9-85C1-FA0D-8ED05B5D67EE}" dt="2026-07-29T10:32:11.528" v="0"/>
          <ac:spMkLst>
            <pc:docMk/>
            <pc:sldMk cId="0" sldId="299"/>
            <ac:spMk id="12" creationId="{00000000-0000-0000-0000-000000000000}"/>
          </ac:spMkLst>
        </pc:spChg>
        <pc:spChg chg="add">
          <ac:chgData name="Technology Payyantra" userId="S::technology@payyantra.com::9e486473-e982-463d-841a-6ac17efdccf4" providerId="AD" clId="Web-{82431B9A-8DC9-85C1-FA0D-8ED05B5D67EE}" dt="2026-07-29T10:32:11.528" v="0"/>
          <ac:spMkLst>
            <pc:docMk/>
            <pc:sldMk cId="0" sldId="299"/>
            <ac:spMk id="201200" creationId="{00000000-0000-0000-0000-000000000000}"/>
          </ac:spMkLst>
        </pc:spChg>
        <pc:picChg chg="mod">
          <ac:chgData name="Technology Payyantra" userId="S::technology@payyantra.com::9e486473-e982-463d-841a-6ac17efdccf4" providerId="AD" clId="Web-{82431B9A-8DC9-85C1-FA0D-8ED05B5D67EE}" dt="2026-07-29T10:32:11.528" v="0"/>
          <ac:picMkLst>
            <pc:docMk/>
            <pc:sldMk cId="0" sldId="299"/>
            <ac:picMk id="22" creationId="{D78272CB-0DCD-B4BA-47B2-303F030EE180}"/>
          </ac:picMkLst>
        </pc:picChg>
      </pc:sldChg>
    </pc:docChg>
  </pc:docChgLst>
  <pc:docChgLst>
    <pc:chgData name="Technology Payyantra" userId="S::technology@payyantra.com::9e486473-e982-463d-841a-6ac17efdccf4" providerId="AD" clId="Web-{6CA83B95-FAA8-77D1-5356-2EEE1C07AFD3}"/>
    <pc:docChg chg="modSld">
      <pc:chgData name="Technology Payyantra" userId="S::technology@payyantra.com::9e486473-e982-463d-841a-6ac17efdccf4" providerId="AD" clId="Web-{6CA83B95-FAA8-77D1-5356-2EEE1C07AFD3}" dt="2026-07-29T11:24:20.509" v="93" actId="20577"/>
      <pc:docMkLst>
        <pc:docMk/>
      </pc:docMkLst>
      <pc:sldChg chg="modSp">
        <pc:chgData name="Technology Payyantra" userId="S::technology@payyantra.com::9e486473-e982-463d-841a-6ac17efdccf4" providerId="AD" clId="Web-{6CA83B95-FAA8-77D1-5356-2EEE1C07AFD3}" dt="2026-07-29T10:49:22.301" v="35" actId="20577"/>
        <pc:sldMkLst>
          <pc:docMk/>
          <pc:sldMk cId="0" sldId="272"/>
        </pc:sldMkLst>
        <pc:spChg chg="mod">
          <ac:chgData name="Technology Payyantra" userId="S::technology@payyantra.com::9e486473-e982-463d-841a-6ac17efdccf4" providerId="AD" clId="Web-{6CA83B95-FAA8-77D1-5356-2EEE1C07AFD3}" dt="2026-07-29T10:49:22.301" v="35" actId="20577"/>
          <ac:spMkLst>
            <pc:docMk/>
            <pc:sldMk cId="0" sldId="272"/>
            <ac:spMk id="6" creationId="{00000000-0000-0000-0000-000000000000}"/>
          </ac:spMkLst>
        </pc:spChg>
      </pc:sldChg>
      <pc:sldChg chg="addSp delSp modSp">
        <pc:chgData name="Technology Payyantra" userId="S::technology@payyantra.com::9e486473-e982-463d-841a-6ac17efdccf4" providerId="AD" clId="Web-{6CA83B95-FAA8-77D1-5356-2EEE1C07AFD3}" dt="2026-07-29T11:21:52.118" v="89" actId="14100"/>
        <pc:sldMkLst>
          <pc:docMk/>
          <pc:sldMk cId="0" sldId="295"/>
        </pc:sldMkLst>
        <pc:spChg chg="add mod">
          <ac:chgData name="Technology Payyantra" userId="S::technology@payyantra.com::9e486473-e982-463d-841a-6ac17efdccf4" providerId="AD" clId="Web-{6CA83B95-FAA8-77D1-5356-2EEE1C07AFD3}" dt="2026-07-29T11:21:47.430" v="88" actId="1076"/>
          <ac:spMkLst>
            <pc:docMk/>
            <pc:sldMk cId="0" sldId="295"/>
            <ac:spMk id="26" creationId="{E944364F-2786-6144-4C37-D9CA4ED91140}"/>
          </ac:spMkLst>
        </pc:spChg>
        <pc:spChg chg="mod">
          <ac:chgData name="Technology Payyantra" userId="S::technology@payyantra.com::9e486473-e982-463d-841a-6ac17efdccf4" providerId="AD" clId="Web-{6CA83B95-FAA8-77D1-5356-2EEE1C07AFD3}" dt="2026-07-29T10:48:25.269" v="31" actId="20577"/>
          <ac:spMkLst>
            <pc:docMk/>
            <pc:sldMk cId="0" sldId="295"/>
            <ac:spMk id="200658" creationId="{00000000-0000-0000-0000-000000000000}"/>
          </ac:spMkLst>
        </pc:spChg>
        <pc:spChg chg="add del mod">
          <ac:chgData name="Technology Payyantra" userId="S::technology@payyantra.com::9e486473-e982-463d-841a-6ac17efdccf4" providerId="AD" clId="Web-{6CA83B95-FAA8-77D1-5356-2EEE1C07AFD3}" dt="2026-07-29T11:21:30.508" v="82" actId="1076"/>
          <ac:spMkLst>
            <pc:docMk/>
            <pc:sldMk cId="0" sldId="295"/>
            <ac:spMk id="200659" creationId="{00000000-0000-0000-0000-000000000000}"/>
          </ac:spMkLst>
        </pc:spChg>
        <pc:picChg chg="add mod modCrop">
          <ac:chgData name="Technology Payyantra" userId="S::technology@payyantra.com::9e486473-e982-463d-841a-6ac17efdccf4" providerId="AD" clId="Web-{6CA83B95-FAA8-77D1-5356-2EEE1C07AFD3}" dt="2026-07-29T11:21:52.118" v="89" actId="14100"/>
          <ac:picMkLst>
            <pc:docMk/>
            <pc:sldMk cId="0" sldId="295"/>
            <ac:picMk id="9" creationId="{A72A824A-2B5F-90E8-EF6E-425C32E8E145}"/>
          </ac:picMkLst>
        </pc:picChg>
      </pc:sldChg>
      <pc:sldChg chg="addSp modSp">
        <pc:chgData name="Technology Payyantra" userId="S::technology@payyantra.com::9e486473-e982-463d-841a-6ac17efdccf4" providerId="AD" clId="Web-{6CA83B95-FAA8-77D1-5356-2EEE1C07AFD3}" dt="2026-07-29T11:24:20.509" v="93" actId="20577"/>
        <pc:sldMkLst>
          <pc:docMk/>
          <pc:sldMk cId="0" sldId="299"/>
        </pc:sldMkLst>
        <pc:spChg chg="mod">
          <ac:chgData name="Technology Payyantra" userId="S::technology@payyantra.com::9e486473-e982-463d-841a-6ac17efdccf4" providerId="AD" clId="Web-{6CA83B95-FAA8-77D1-5356-2EEE1C07AFD3}" dt="2026-07-29T10:47:25.815" v="12" actId="20577"/>
          <ac:spMkLst>
            <pc:docMk/>
            <pc:sldMk cId="0" sldId="299"/>
            <ac:spMk id="12" creationId="{00000000-0000-0000-0000-000000000000}"/>
          </ac:spMkLst>
        </pc:spChg>
      </pc:sldChg>
    </pc:docChg>
  </pc:docChgLst>
  <pc:docChgLst>
    <pc:chgData name="Technology Payyantra" userId="S::technology@payyantra.com::9e486473-e982-463d-841a-6ac17efdccf4" providerId="AD" clId="Web-{DB3F2985-2E2B-CC22-9865-BE87874BCC5E}"/>
    <pc:docChg chg="delSld modSld sldOrd addMainMaster delMainMaster modMainMaster delSection modSection">
      <pc:chgData name="Technology Payyantra" userId="S::technology@payyantra.com::9e486473-e982-463d-841a-6ac17efdccf4" providerId="AD" clId="Web-{DB3F2985-2E2B-CC22-9865-BE87874BCC5E}" dt="2026-08-20T07:23:08.981" v="1"/>
      <pc:docMkLst>
        <pc:docMk/>
      </pc:docMkLst>
      <pc:sldChg chg="modSp ord">
        <pc:chgData name="Technology Payyantra" userId="S::technology@payyantra.com::9e486473-e982-463d-841a-6ac17efdccf4" providerId="AD" clId="Web-{DB3F2985-2E2B-CC22-9865-BE87874BCC5E}" dt="2026-08-20T07:23:08.981" v="1"/>
        <pc:sldMkLst>
          <pc:docMk/>
          <pc:sldMk cId="0" sldId="256"/>
        </pc:sldMkLst>
        <pc:spChg chg="mod">
          <ac:chgData name="Technology Payyantra" userId="S::technology@payyantra.com::9e486473-e982-463d-841a-6ac17efdccf4" providerId="AD" clId="Web-{DB3F2985-2E2B-CC22-9865-BE87874BCC5E}" dt="2026-08-20T07:23:08.981" v="1"/>
          <ac:spMkLst>
            <pc:docMk/>
            <pc:sldMk cId="0" sldId="256"/>
            <ac:spMk id="10"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56"/>
            <ac:spMk id="11"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56"/>
            <ac:spMk id="12"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56"/>
            <ac:spMk id="13"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56"/>
            <ac:spMk id="15"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56"/>
            <ac:spMk id="16"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56"/>
            <ac:spMk id="17"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56"/>
            <ac:spMk id="18"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56"/>
            <ac:spMk id="23" creationId="{00000000-0000-0000-0000-000000000000}"/>
          </ac:spMkLst>
        </pc:spChg>
      </pc:sldChg>
      <pc:sldChg chg="del">
        <pc:chgData name="Technology Payyantra" userId="S::technology@payyantra.com::9e486473-e982-463d-841a-6ac17efdccf4" providerId="AD" clId="Web-{DB3F2985-2E2B-CC22-9865-BE87874BCC5E}" dt="2026-08-20T07:23:08.981" v="1"/>
        <pc:sldMkLst>
          <pc:docMk/>
          <pc:sldMk cId="0" sldId="258"/>
        </pc:sldMkLst>
      </pc:sldChg>
      <pc:sldChg chg="modSp ord">
        <pc:chgData name="Technology Payyantra" userId="S::technology@payyantra.com::9e486473-e982-463d-841a-6ac17efdccf4" providerId="AD" clId="Web-{DB3F2985-2E2B-CC22-9865-BE87874BCC5E}" dt="2026-08-20T07:23:08.981" v="1"/>
        <pc:sldMkLst>
          <pc:docMk/>
          <pc:sldMk cId="0" sldId="262"/>
        </pc:sldMkLst>
        <pc:spChg chg="mod">
          <ac:chgData name="Technology Payyantra" userId="S::technology@payyantra.com::9e486473-e982-463d-841a-6ac17efdccf4" providerId="AD" clId="Web-{DB3F2985-2E2B-CC22-9865-BE87874BCC5E}" dt="2026-08-20T07:23:08.981" v="1"/>
          <ac:spMkLst>
            <pc:docMk/>
            <pc:sldMk cId="0" sldId="262"/>
            <ac:spMk id="6"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62"/>
            <ac:spMk id="7"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62"/>
            <ac:spMk id="11"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62"/>
            <ac:spMk id="200095"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62"/>
            <ac:spMk id="200100"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62"/>
            <ac:spMk id="200105"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62"/>
            <ac:spMk id="200109"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62"/>
            <ac:spMk id="200110"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62"/>
            <ac:spMk id="200115"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62"/>
            <ac:spMk id="200120" creationId="{00000000-0000-0000-0000-000000000000}"/>
          </ac:spMkLst>
        </pc:spChg>
      </pc:sldChg>
      <pc:sldChg chg="modSp ord">
        <pc:chgData name="Technology Payyantra" userId="S::technology@payyantra.com::9e486473-e982-463d-841a-6ac17efdccf4" providerId="AD" clId="Web-{DB3F2985-2E2B-CC22-9865-BE87874BCC5E}" dt="2026-08-20T07:23:08.981" v="1"/>
        <pc:sldMkLst>
          <pc:docMk/>
          <pc:sldMk cId="0" sldId="265"/>
        </pc:sldMkLst>
        <pc:spChg chg="mod">
          <ac:chgData name="Technology Payyantra" userId="S::technology@payyantra.com::9e486473-e982-463d-841a-6ac17efdccf4" providerId="AD" clId="Web-{DB3F2985-2E2B-CC22-9865-BE87874BCC5E}" dt="2026-08-20T07:23:08.981" v="1"/>
          <ac:spMkLst>
            <pc:docMk/>
            <pc:sldMk cId="0" sldId="265"/>
            <ac:spMk id="5"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65"/>
            <ac:spMk id="6"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65"/>
            <ac:spMk id="13"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65"/>
            <ac:spMk id="14"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65"/>
            <ac:spMk id="16"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65"/>
            <ac:spMk id="18"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65"/>
            <ac:spMk id="20"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65"/>
            <ac:spMk id="200143"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65"/>
            <ac:spMk id="200144"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65"/>
            <ac:spMk id="200154" creationId="{00000000-0000-0000-0000-000000000000}"/>
          </ac:spMkLst>
        </pc:spChg>
      </pc:sldChg>
      <pc:sldChg chg="del">
        <pc:chgData name="Technology Payyantra" userId="S::technology@payyantra.com::9e486473-e982-463d-841a-6ac17efdccf4" providerId="AD" clId="Web-{DB3F2985-2E2B-CC22-9865-BE87874BCC5E}" dt="2026-08-20T07:23:08.981" v="1"/>
        <pc:sldMkLst>
          <pc:docMk/>
          <pc:sldMk cId="0" sldId="267"/>
        </pc:sldMkLst>
      </pc:sldChg>
      <pc:sldChg chg="del">
        <pc:chgData name="Technology Payyantra" userId="S::technology@payyantra.com::9e486473-e982-463d-841a-6ac17efdccf4" providerId="AD" clId="Web-{DB3F2985-2E2B-CC22-9865-BE87874BCC5E}" dt="2026-08-20T07:23:08.981" v="1"/>
        <pc:sldMkLst>
          <pc:docMk/>
          <pc:sldMk cId="0" sldId="270"/>
        </pc:sldMkLst>
      </pc:sldChg>
      <pc:sldChg chg="modSp ord">
        <pc:chgData name="Technology Payyantra" userId="S::technology@payyantra.com::9e486473-e982-463d-841a-6ac17efdccf4" providerId="AD" clId="Web-{DB3F2985-2E2B-CC22-9865-BE87874BCC5E}" dt="2026-08-20T07:23:08.981" v="1"/>
        <pc:sldMkLst>
          <pc:docMk/>
          <pc:sldMk cId="0" sldId="272"/>
        </pc:sldMkLst>
        <pc:spChg chg="mod">
          <ac:chgData name="Technology Payyantra" userId="S::technology@payyantra.com::9e486473-e982-463d-841a-6ac17efdccf4" providerId="AD" clId="Web-{DB3F2985-2E2B-CC22-9865-BE87874BCC5E}" dt="2026-08-20T07:23:08.981" v="1"/>
          <ac:spMkLst>
            <pc:docMk/>
            <pc:sldMk cId="0" sldId="272"/>
            <ac:spMk id="5"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72"/>
            <ac:spMk id="6"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72"/>
            <ac:spMk id="7"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72"/>
            <ac:spMk id="11" creationId="{00000000-0000-0000-0000-000000000000}"/>
          </ac:spMkLst>
        </pc:spChg>
      </pc:sldChg>
      <pc:sldChg chg="del">
        <pc:chgData name="Technology Payyantra" userId="S::technology@payyantra.com::9e486473-e982-463d-841a-6ac17efdccf4" providerId="AD" clId="Web-{DB3F2985-2E2B-CC22-9865-BE87874BCC5E}" dt="2026-08-20T07:23:08.981" v="1"/>
        <pc:sldMkLst>
          <pc:docMk/>
          <pc:sldMk cId="0" sldId="273"/>
        </pc:sldMkLst>
      </pc:sldChg>
      <pc:sldChg chg="modSp ord">
        <pc:chgData name="Technology Payyantra" userId="S::technology@payyantra.com::9e486473-e982-463d-841a-6ac17efdccf4" providerId="AD" clId="Web-{DB3F2985-2E2B-CC22-9865-BE87874BCC5E}" dt="2026-08-20T07:23:08.981" v="1"/>
        <pc:sldMkLst>
          <pc:docMk/>
          <pc:sldMk cId="0" sldId="274"/>
        </pc:sldMkLst>
        <pc:spChg chg="mod">
          <ac:chgData name="Technology Payyantra" userId="S::technology@payyantra.com::9e486473-e982-463d-841a-6ac17efdccf4" providerId="AD" clId="Web-{DB3F2985-2E2B-CC22-9865-BE87874BCC5E}" dt="2026-08-20T07:23:08.981" v="1"/>
          <ac:spMkLst>
            <pc:docMk/>
            <pc:sldMk cId="0" sldId="274"/>
            <ac:spMk id="5"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74"/>
            <ac:spMk id="6"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74"/>
            <ac:spMk id="7"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74"/>
            <ac:spMk id="11"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74"/>
            <ac:spMk id="200290"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74"/>
            <ac:spMk id="200295"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74"/>
            <ac:spMk id="200300"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74"/>
            <ac:spMk id="200305"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74"/>
            <ac:spMk id="200310"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74"/>
            <ac:spMk id="200325" creationId="{00000000-0000-0000-0000-000000000000}"/>
          </ac:spMkLst>
        </pc:spChg>
      </pc:sldChg>
      <pc:sldChg chg="del">
        <pc:chgData name="Technology Payyantra" userId="S::technology@payyantra.com::9e486473-e982-463d-841a-6ac17efdccf4" providerId="AD" clId="Web-{DB3F2985-2E2B-CC22-9865-BE87874BCC5E}" dt="2026-08-20T07:23:08.981" v="1"/>
        <pc:sldMkLst>
          <pc:docMk/>
          <pc:sldMk cId="0" sldId="275"/>
        </pc:sldMkLst>
      </pc:sldChg>
      <pc:sldChg chg="modSp ord">
        <pc:chgData name="Technology Payyantra" userId="S::technology@payyantra.com::9e486473-e982-463d-841a-6ac17efdccf4" providerId="AD" clId="Web-{DB3F2985-2E2B-CC22-9865-BE87874BCC5E}" dt="2026-08-20T07:23:08.981" v="1"/>
        <pc:sldMkLst>
          <pc:docMk/>
          <pc:sldMk cId="0" sldId="276"/>
        </pc:sldMkLst>
        <pc:spChg chg="mod">
          <ac:chgData name="Technology Payyantra" userId="S::technology@payyantra.com::9e486473-e982-463d-841a-6ac17efdccf4" providerId="AD" clId="Web-{DB3F2985-2E2B-CC22-9865-BE87874BCC5E}" dt="2026-08-20T07:23:08.981" v="1"/>
          <ac:spMkLst>
            <pc:docMk/>
            <pc:sldMk cId="0" sldId="276"/>
            <ac:spMk id="5"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76"/>
            <ac:spMk id="11" creationId="{00000000-0000-0000-0000-000000000000}"/>
          </ac:spMkLst>
        </pc:spChg>
      </pc:sldChg>
      <pc:sldChg chg="del">
        <pc:chgData name="Technology Payyantra" userId="S::technology@payyantra.com::9e486473-e982-463d-841a-6ac17efdccf4" providerId="AD" clId="Web-{DB3F2985-2E2B-CC22-9865-BE87874BCC5E}" dt="2026-08-20T07:23:08.981" v="1"/>
        <pc:sldMkLst>
          <pc:docMk/>
          <pc:sldMk cId="0" sldId="279"/>
        </pc:sldMkLst>
      </pc:sldChg>
      <pc:sldChg chg="del">
        <pc:chgData name="Technology Payyantra" userId="S::technology@payyantra.com::9e486473-e982-463d-841a-6ac17efdccf4" providerId="AD" clId="Web-{DB3F2985-2E2B-CC22-9865-BE87874BCC5E}" dt="2026-08-20T07:23:08.981" v="1"/>
        <pc:sldMkLst>
          <pc:docMk/>
          <pc:sldMk cId="0" sldId="288"/>
        </pc:sldMkLst>
      </pc:sldChg>
      <pc:sldChg chg="del">
        <pc:chgData name="Technology Payyantra" userId="S::technology@payyantra.com::9e486473-e982-463d-841a-6ac17efdccf4" providerId="AD" clId="Web-{DB3F2985-2E2B-CC22-9865-BE87874BCC5E}" dt="2026-08-20T07:23:08.981" v="1"/>
        <pc:sldMkLst>
          <pc:docMk/>
          <pc:sldMk cId="0" sldId="289"/>
        </pc:sldMkLst>
      </pc:sldChg>
      <pc:sldChg chg="del">
        <pc:chgData name="Technology Payyantra" userId="S::technology@payyantra.com::9e486473-e982-463d-841a-6ac17efdccf4" providerId="AD" clId="Web-{DB3F2985-2E2B-CC22-9865-BE87874BCC5E}" dt="2026-08-20T07:23:08.981" v="1"/>
        <pc:sldMkLst>
          <pc:docMk/>
          <pc:sldMk cId="0" sldId="292"/>
        </pc:sldMkLst>
      </pc:sldChg>
      <pc:sldChg chg="modSp ord">
        <pc:chgData name="Technology Payyantra" userId="S::technology@payyantra.com::9e486473-e982-463d-841a-6ac17efdccf4" providerId="AD" clId="Web-{DB3F2985-2E2B-CC22-9865-BE87874BCC5E}" dt="2026-08-20T07:23:08.981" v="1"/>
        <pc:sldMkLst>
          <pc:docMk/>
          <pc:sldMk cId="0" sldId="294"/>
        </pc:sldMkLst>
        <pc:spChg chg="mod">
          <ac:chgData name="Technology Payyantra" userId="S::technology@payyantra.com::9e486473-e982-463d-841a-6ac17efdccf4" providerId="AD" clId="Web-{DB3F2985-2E2B-CC22-9865-BE87874BCC5E}" dt="2026-08-20T07:23:08.981" v="1"/>
          <ac:spMkLst>
            <pc:docMk/>
            <pc:sldMk cId="0" sldId="294"/>
            <ac:spMk id="5"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94"/>
            <ac:spMk id="6"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94"/>
            <ac:spMk id="11"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94"/>
            <ac:spMk id="200642"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94"/>
            <ac:spMk id="200651"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94"/>
            <ac:spMk id="200656"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94"/>
            <ac:spMk id="200657"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94"/>
            <ac:spMk id="200662"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94"/>
            <ac:spMk id="200666"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94"/>
            <ac:spMk id="200671" creationId="{00000000-0000-0000-0000-000000000000}"/>
          </ac:spMkLst>
        </pc:spChg>
      </pc:sldChg>
      <pc:sldChg chg="modSp ord">
        <pc:chgData name="Technology Payyantra" userId="S::technology@payyantra.com::9e486473-e982-463d-841a-6ac17efdccf4" providerId="AD" clId="Web-{DB3F2985-2E2B-CC22-9865-BE87874BCC5E}" dt="2026-08-20T07:23:08.981" v="1"/>
        <pc:sldMkLst>
          <pc:docMk/>
          <pc:sldMk cId="0" sldId="295"/>
        </pc:sldMkLst>
        <pc:spChg chg="mod">
          <ac:chgData name="Technology Payyantra" userId="S::technology@payyantra.com::9e486473-e982-463d-841a-6ac17efdccf4" providerId="AD" clId="Web-{DB3F2985-2E2B-CC22-9865-BE87874BCC5E}" dt="2026-08-20T07:23:08.981" v="1"/>
          <ac:spMkLst>
            <pc:docMk/>
            <pc:sldMk cId="0" sldId="295"/>
            <ac:spMk id="6"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95"/>
            <ac:spMk id="7"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95"/>
            <ac:spMk id="11"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95"/>
            <ac:spMk id="26" creationId="{E944364F-2786-6144-4C37-D9CA4ED91140}"/>
          </ac:spMkLst>
        </pc:spChg>
        <pc:spChg chg="mod">
          <ac:chgData name="Technology Payyantra" userId="S::technology@payyantra.com::9e486473-e982-463d-841a-6ac17efdccf4" providerId="AD" clId="Web-{DB3F2985-2E2B-CC22-9865-BE87874BCC5E}" dt="2026-08-20T07:23:08.981" v="1"/>
          <ac:spMkLst>
            <pc:docMk/>
            <pc:sldMk cId="0" sldId="295"/>
            <ac:spMk id="200664"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95"/>
            <ac:spMk id="200669" creationId="{00000000-0000-0000-0000-000000000000}"/>
          </ac:spMkLst>
        </pc:spChg>
      </pc:sldChg>
      <pc:sldChg chg="del">
        <pc:chgData name="Technology Payyantra" userId="S::technology@payyantra.com::9e486473-e982-463d-841a-6ac17efdccf4" providerId="AD" clId="Web-{DB3F2985-2E2B-CC22-9865-BE87874BCC5E}" dt="2026-08-20T07:23:08.981" v="1"/>
        <pc:sldMkLst>
          <pc:docMk/>
          <pc:sldMk cId="0" sldId="296"/>
        </pc:sldMkLst>
      </pc:sldChg>
      <pc:sldChg chg="del">
        <pc:chgData name="Technology Payyantra" userId="S::technology@payyantra.com::9e486473-e982-463d-841a-6ac17efdccf4" providerId="AD" clId="Web-{DB3F2985-2E2B-CC22-9865-BE87874BCC5E}" dt="2026-08-20T07:23:08.981" v="1"/>
        <pc:sldMkLst>
          <pc:docMk/>
          <pc:sldMk cId="0" sldId="298"/>
        </pc:sldMkLst>
      </pc:sldChg>
      <pc:sldChg chg="modSp ord">
        <pc:chgData name="Technology Payyantra" userId="S::technology@payyantra.com::9e486473-e982-463d-841a-6ac17efdccf4" providerId="AD" clId="Web-{DB3F2985-2E2B-CC22-9865-BE87874BCC5E}" dt="2026-08-20T07:23:08.981" v="1"/>
        <pc:sldMkLst>
          <pc:docMk/>
          <pc:sldMk cId="0" sldId="299"/>
        </pc:sldMkLst>
        <pc:spChg chg="mod">
          <ac:chgData name="Technology Payyantra" userId="S::technology@payyantra.com::9e486473-e982-463d-841a-6ac17efdccf4" providerId="AD" clId="Web-{DB3F2985-2E2B-CC22-9865-BE87874BCC5E}" dt="2026-08-20T07:23:08.981" v="1"/>
          <ac:spMkLst>
            <pc:docMk/>
            <pc:sldMk cId="0" sldId="299"/>
            <ac:spMk id="9"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99"/>
            <ac:spMk id="12"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299"/>
            <ac:spMk id="21" creationId="{9762231B-BF4C-964F-EF35-31EFF4C02099}"/>
          </ac:spMkLst>
        </pc:spChg>
        <pc:spChg chg="mod">
          <ac:chgData name="Technology Payyantra" userId="S::technology@payyantra.com::9e486473-e982-463d-841a-6ac17efdccf4" providerId="AD" clId="Web-{DB3F2985-2E2B-CC22-9865-BE87874BCC5E}" dt="2026-08-20T07:23:08.981" v="1"/>
          <ac:spMkLst>
            <pc:docMk/>
            <pc:sldMk cId="0" sldId="299"/>
            <ac:spMk id="201200" creationId="{00000000-0000-0000-0000-000000000000}"/>
          </ac:spMkLst>
        </pc:spChg>
      </pc:sldChg>
      <pc:sldChg chg="modSp ord">
        <pc:chgData name="Technology Payyantra" userId="S::technology@payyantra.com::9e486473-e982-463d-841a-6ac17efdccf4" providerId="AD" clId="Web-{DB3F2985-2E2B-CC22-9865-BE87874BCC5E}" dt="2026-08-20T07:23:08.981" v="1"/>
        <pc:sldMkLst>
          <pc:docMk/>
          <pc:sldMk cId="0" sldId="300"/>
        </pc:sldMkLst>
        <pc:spChg chg="mod">
          <ac:chgData name="Technology Payyantra" userId="S::technology@payyantra.com::9e486473-e982-463d-841a-6ac17efdccf4" providerId="AD" clId="Web-{DB3F2985-2E2B-CC22-9865-BE87874BCC5E}" dt="2026-08-20T07:23:08.981" v="1"/>
          <ac:spMkLst>
            <pc:docMk/>
            <pc:sldMk cId="0" sldId="300"/>
            <ac:spMk id="7"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300"/>
            <ac:spMk id="11" creationId="{00000000-0000-0000-0000-000000000000}"/>
          </ac:spMkLst>
        </pc:spChg>
      </pc:sldChg>
      <pc:sldChg chg="modSp ord">
        <pc:chgData name="Technology Payyantra" userId="S::technology@payyantra.com::9e486473-e982-463d-841a-6ac17efdccf4" providerId="AD" clId="Web-{DB3F2985-2E2B-CC22-9865-BE87874BCC5E}" dt="2026-08-20T07:23:08.981" v="1"/>
        <pc:sldMkLst>
          <pc:docMk/>
          <pc:sldMk cId="0" sldId="301"/>
        </pc:sldMkLst>
        <pc:spChg chg="mod">
          <ac:chgData name="Technology Payyantra" userId="S::technology@payyantra.com::9e486473-e982-463d-841a-6ac17efdccf4" providerId="AD" clId="Web-{DB3F2985-2E2B-CC22-9865-BE87874BCC5E}" dt="2026-08-20T07:23:08.981" v="1"/>
          <ac:spMkLst>
            <pc:docMk/>
            <pc:sldMk cId="0" sldId="301"/>
            <ac:spMk id="5"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301"/>
            <ac:spMk id="6"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301"/>
            <ac:spMk id="7"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301"/>
            <ac:spMk id="11"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301"/>
            <ac:spMk id="12"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301"/>
            <ac:spMk id="200247"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301"/>
            <ac:spMk id="200248"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301"/>
            <ac:spMk id="200252"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301"/>
            <ac:spMk id="200253" creationId="{00000000-0000-0000-0000-000000000000}"/>
          </ac:spMkLst>
        </pc:spChg>
        <pc:spChg chg="mod">
          <ac:chgData name="Technology Payyantra" userId="S::technology@payyantra.com::9e486473-e982-463d-841a-6ac17efdccf4" providerId="AD" clId="Web-{DB3F2985-2E2B-CC22-9865-BE87874BCC5E}" dt="2026-08-20T07:23:08.981" v="1"/>
          <ac:spMkLst>
            <pc:docMk/>
            <pc:sldMk cId="0" sldId="301"/>
            <ac:spMk id="200254" creationId="{00000000-0000-0000-0000-000000000000}"/>
          </ac:spMkLst>
        </pc:spChg>
      </pc:sldChg>
      <pc:sldMasterChg chg="add modSldLayout sldLayoutOrd">
        <pc:chgData name="Technology Payyantra" userId="S::technology@payyantra.com::9e486473-e982-463d-841a-6ac17efdccf4" providerId="AD" clId="Web-{DB3F2985-2E2B-CC22-9865-BE87874BCC5E}" dt="2026-08-20T07:23:08.981" v="1"/>
        <pc:sldMasterMkLst>
          <pc:docMk/>
          <pc:sldMasterMk cId="2209977519" sldId="2147483648"/>
        </pc:sldMasterMkLst>
        <pc:sldLayoutChg chg="modSp mod ord">
          <pc:chgData name="Technology Payyantra" userId="S::technology@payyantra.com::9e486473-e982-463d-841a-6ac17efdccf4" providerId="AD" clId="Web-{DB3F2985-2E2B-CC22-9865-BE87874BCC5E}" dt="2026-08-20T07:23:08.981" v="1"/>
          <pc:sldLayoutMkLst>
            <pc:docMk/>
            <pc:sldMasterMk cId="2209977519" sldId="2147483648"/>
            <pc:sldLayoutMk cId="3168075583" sldId="2147483649"/>
          </pc:sldLayoutMkLst>
          <pc:spChg chg="mod">
            <ac:chgData name="Technology Payyantra" userId="S::technology@payyantra.com::9e486473-e982-463d-841a-6ac17efdccf4" providerId="AD" clId="Web-{DB3F2985-2E2B-CC22-9865-BE87874BCC5E}" dt="2026-08-20T07:23:08.981" v="1"/>
            <ac:spMkLst>
              <pc:docMk/>
              <pc:sldMasterMk cId="2209977519" sldId="2147483648"/>
              <pc:sldLayoutMk cId="3168075583" sldId="2147483649"/>
              <ac:spMk id="2"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3168075583" sldId="2147483649"/>
              <ac:spMk id="3"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3168075583" sldId="2147483649"/>
              <ac:spMk id="4"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3168075583" sldId="2147483649"/>
              <ac:spMk id="5"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3168075583" sldId="2147483649"/>
              <ac:spMk id="6" creationId="{00000000-0000-0000-0000-000000000000}"/>
            </ac:spMkLst>
          </pc:spChg>
        </pc:sldLayoutChg>
        <pc:sldLayoutChg chg="modSp mod ord">
          <pc:chgData name="Technology Payyantra" userId="S::technology@payyantra.com::9e486473-e982-463d-841a-6ac17efdccf4" providerId="AD" clId="Web-{DB3F2985-2E2B-CC22-9865-BE87874BCC5E}" dt="2026-08-20T07:23:08.981" v="1"/>
          <pc:sldLayoutMkLst>
            <pc:docMk/>
            <pc:sldMasterMk cId="2209977519" sldId="2147483648"/>
            <pc:sldLayoutMk cId="2614314258" sldId="2147483650"/>
          </pc:sldLayoutMkLst>
          <pc:spChg chg="mod">
            <ac:chgData name="Technology Payyantra" userId="S::technology@payyantra.com::9e486473-e982-463d-841a-6ac17efdccf4" providerId="AD" clId="Web-{DB3F2985-2E2B-CC22-9865-BE87874BCC5E}" dt="2026-08-20T07:23:08.981" v="1"/>
            <ac:spMkLst>
              <pc:docMk/>
              <pc:sldMasterMk cId="2209977519" sldId="2147483648"/>
              <pc:sldLayoutMk cId="2614314258" sldId="2147483650"/>
              <ac:spMk id="2"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2614314258" sldId="2147483650"/>
              <ac:spMk id="3"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2614314258" sldId="2147483650"/>
              <ac:spMk id="4"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2614314258" sldId="2147483650"/>
              <ac:spMk id="5"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2614314258" sldId="2147483650"/>
              <ac:spMk id="6" creationId="{00000000-0000-0000-0000-000000000000}"/>
            </ac:spMkLst>
          </pc:spChg>
        </pc:sldLayoutChg>
        <pc:sldLayoutChg chg="modSp mod ord">
          <pc:chgData name="Technology Payyantra" userId="S::technology@payyantra.com::9e486473-e982-463d-841a-6ac17efdccf4" providerId="AD" clId="Web-{DB3F2985-2E2B-CC22-9865-BE87874BCC5E}" dt="2026-08-20T07:23:08.981" v="1"/>
          <pc:sldLayoutMkLst>
            <pc:docMk/>
            <pc:sldMasterMk cId="2209977519" sldId="2147483648"/>
            <pc:sldLayoutMk cId="960648375" sldId="2147483651"/>
          </pc:sldLayoutMkLst>
          <pc:spChg chg="mod">
            <ac:chgData name="Technology Payyantra" userId="S::technology@payyantra.com::9e486473-e982-463d-841a-6ac17efdccf4" providerId="AD" clId="Web-{DB3F2985-2E2B-CC22-9865-BE87874BCC5E}" dt="2026-08-20T07:23:08.981" v="1"/>
            <ac:spMkLst>
              <pc:docMk/>
              <pc:sldMasterMk cId="2209977519" sldId="2147483648"/>
              <pc:sldLayoutMk cId="960648375" sldId="2147483651"/>
              <ac:spMk id="2"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960648375" sldId="2147483651"/>
              <ac:spMk id="3"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960648375" sldId="2147483651"/>
              <ac:spMk id="4"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960648375" sldId="2147483651"/>
              <ac:spMk id="5"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960648375" sldId="2147483651"/>
              <ac:spMk id="6" creationId="{00000000-0000-0000-0000-000000000000}"/>
            </ac:spMkLst>
          </pc:spChg>
        </pc:sldLayoutChg>
        <pc:sldLayoutChg chg="modSp mod ord">
          <pc:chgData name="Technology Payyantra" userId="S::technology@payyantra.com::9e486473-e982-463d-841a-6ac17efdccf4" providerId="AD" clId="Web-{DB3F2985-2E2B-CC22-9865-BE87874BCC5E}" dt="2026-08-20T07:23:08.981" v="1"/>
          <pc:sldLayoutMkLst>
            <pc:docMk/>
            <pc:sldMasterMk cId="2209977519" sldId="2147483648"/>
            <pc:sldLayoutMk cId="2782244947" sldId="2147483652"/>
          </pc:sldLayoutMkLst>
          <pc:spChg chg="mod">
            <ac:chgData name="Technology Payyantra" userId="S::technology@payyantra.com::9e486473-e982-463d-841a-6ac17efdccf4" providerId="AD" clId="Web-{DB3F2985-2E2B-CC22-9865-BE87874BCC5E}" dt="2026-08-20T07:23:08.981" v="1"/>
            <ac:spMkLst>
              <pc:docMk/>
              <pc:sldMasterMk cId="2209977519" sldId="2147483648"/>
              <pc:sldLayoutMk cId="2782244947" sldId="2147483652"/>
              <ac:spMk id="2"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2782244947" sldId="2147483652"/>
              <ac:spMk id="3"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2782244947" sldId="2147483652"/>
              <ac:spMk id="4"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2782244947" sldId="2147483652"/>
              <ac:spMk id="5"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2782244947" sldId="2147483652"/>
              <ac:spMk id="6"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2782244947" sldId="2147483652"/>
              <ac:spMk id="7" creationId="{00000000-0000-0000-0000-000000000000}"/>
            </ac:spMkLst>
          </pc:spChg>
        </pc:sldLayoutChg>
        <pc:sldLayoutChg chg="modSp mod ord">
          <pc:chgData name="Technology Payyantra" userId="S::technology@payyantra.com::9e486473-e982-463d-841a-6ac17efdccf4" providerId="AD" clId="Web-{DB3F2985-2E2B-CC22-9865-BE87874BCC5E}" dt="2026-08-20T07:23:08.981" v="1"/>
          <pc:sldLayoutMkLst>
            <pc:docMk/>
            <pc:sldMasterMk cId="2209977519" sldId="2147483648"/>
            <pc:sldLayoutMk cId="990158736" sldId="2147483653"/>
          </pc:sldLayoutMkLst>
          <pc:spChg chg="mod">
            <ac:chgData name="Technology Payyantra" userId="S::technology@payyantra.com::9e486473-e982-463d-841a-6ac17efdccf4" providerId="AD" clId="Web-{DB3F2985-2E2B-CC22-9865-BE87874BCC5E}" dt="2026-08-20T07:23:08.981" v="1"/>
            <ac:spMkLst>
              <pc:docMk/>
              <pc:sldMasterMk cId="2209977519" sldId="2147483648"/>
              <pc:sldLayoutMk cId="990158736" sldId="2147483653"/>
              <ac:spMk id="2"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990158736" sldId="2147483653"/>
              <ac:spMk id="3"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990158736" sldId="2147483653"/>
              <ac:spMk id="4"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990158736" sldId="2147483653"/>
              <ac:spMk id="5"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990158736" sldId="2147483653"/>
              <ac:spMk id="6"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990158736" sldId="2147483653"/>
              <ac:spMk id="7"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990158736" sldId="2147483653"/>
              <ac:spMk id="8"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990158736" sldId="2147483653"/>
              <ac:spMk id="9" creationId="{00000000-0000-0000-0000-000000000000}"/>
            </ac:spMkLst>
          </pc:spChg>
        </pc:sldLayoutChg>
        <pc:sldLayoutChg chg="modSp mod ord">
          <pc:chgData name="Technology Payyantra" userId="S::technology@payyantra.com::9e486473-e982-463d-841a-6ac17efdccf4" providerId="AD" clId="Web-{DB3F2985-2E2B-CC22-9865-BE87874BCC5E}" dt="2026-08-20T07:23:08.981" v="1"/>
          <pc:sldLayoutMkLst>
            <pc:docMk/>
            <pc:sldMasterMk cId="2209977519" sldId="2147483648"/>
            <pc:sldLayoutMk cId="727027711" sldId="2147483654"/>
          </pc:sldLayoutMkLst>
          <pc:spChg chg="mod">
            <ac:chgData name="Technology Payyantra" userId="S::technology@payyantra.com::9e486473-e982-463d-841a-6ac17efdccf4" providerId="AD" clId="Web-{DB3F2985-2E2B-CC22-9865-BE87874BCC5E}" dt="2026-08-20T07:23:08.981" v="1"/>
            <ac:spMkLst>
              <pc:docMk/>
              <pc:sldMasterMk cId="2209977519" sldId="2147483648"/>
              <pc:sldLayoutMk cId="727027711" sldId="2147483654"/>
              <ac:spMk id="2"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727027711" sldId="2147483654"/>
              <ac:spMk id="3"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727027711" sldId="2147483654"/>
              <ac:spMk id="4"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727027711" sldId="2147483654"/>
              <ac:spMk id="5" creationId="{00000000-0000-0000-0000-000000000000}"/>
            </ac:spMkLst>
          </pc:spChg>
        </pc:sldLayoutChg>
        <pc:sldLayoutChg chg="modSp mod ord">
          <pc:chgData name="Technology Payyantra" userId="S::technology@payyantra.com::9e486473-e982-463d-841a-6ac17efdccf4" providerId="AD" clId="Web-{DB3F2985-2E2B-CC22-9865-BE87874BCC5E}" dt="2026-08-20T07:23:08.981" v="1"/>
          <pc:sldLayoutMkLst>
            <pc:docMk/>
            <pc:sldMasterMk cId="2209977519" sldId="2147483648"/>
            <pc:sldLayoutMk cId="1212999818" sldId="2147483655"/>
          </pc:sldLayoutMkLst>
          <pc:spChg chg="mod">
            <ac:chgData name="Technology Payyantra" userId="S::technology@payyantra.com::9e486473-e982-463d-841a-6ac17efdccf4" providerId="AD" clId="Web-{DB3F2985-2E2B-CC22-9865-BE87874BCC5E}" dt="2026-08-20T07:23:08.981" v="1"/>
            <ac:spMkLst>
              <pc:docMk/>
              <pc:sldMasterMk cId="2209977519" sldId="2147483648"/>
              <pc:sldLayoutMk cId="1212999818" sldId="2147483655"/>
              <ac:spMk id="2"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1212999818" sldId="2147483655"/>
              <ac:spMk id="3"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1212999818" sldId="2147483655"/>
              <ac:spMk id="4" creationId="{00000000-0000-0000-0000-000000000000}"/>
            </ac:spMkLst>
          </pc:spChg>
        </pc:sldLayoutChg>
        <pc:sldLayoutChg chg="modSp mod ord">
          <pc:chgData name="Technology Payyantra" userId="S::technology@payyantra.com::9e486473-e982-463d-841a-6ac17efdccf4" providerId="AD" clId="Web-{DB3F2985-2E2B-CC22-9865-BE87874BCC5E}" dt="2026-08-20T07:23:08.981" v="1"/>
          <pc:sldLayoutMkLst>
            <pc:docMk/>
            <pc:sldMasterMk cId="2209977519" sldId="2147483648"/>
            <pc:sldLayoutMk cId="1840726560" sldId="2147483656"/>
          </pc:sldLayoutMkLst>
          <pc:spChg chg="mod">
            <ac:chgData name="Technology Payyantra" userId="S::technology@payyantra.com::9e486473-e982-463d-841a-6ac17efdccf4" providerId="AD" clId="Web-{DB3F2985-2E2B-CC22-9865-BE87874BCC5E}" dt="2026-08-20T07:23:08.981" v="1"/>
            <ac:spMkLst>
              <pc:docMk/>
              <pc:sldMasterMk cId="2209977519" sldId="2147483648"/>
              <pc:sldLayoutMk cId="1840726560" sldId="2147483656"/>
              <ac:spMk id="2"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1840726560" sldId="2147483656"/>
              <ac:spMk id="3"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1840726560" sldId="2147483656"/>
              <ac:spMk id="4"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1840726560" sldId="2147483656"/>
              <ac:spMk id="5"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1840726560" sldId="2147483656"/>
              <ac:spMk id="6"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1840726560" sldId="2147483656"/>
              <ac:spMk id="7" creationId="{00000000-0000-0000-0000-000000000000}"/>
            </ac:spMkLst>
          </pc:spChg>
        </pc:sldLayoutChg>
        <pc:sldLayoutChg chg="modSp mod ord">
          <pc:chgData name="Technology Payyantra" userId="S::technology@payyantra.com::9e486473-e982-463d-841a-6ac17efdccf4" providerId="AD" clId="Web-{DB3F2985-2E2B-CC22-9865-BE87874BCC5E}" dt="2026-08-20T07:23:08.981" v="1"/>
          <pc:sldLayoutMkLst>
            <pc:docMk/>
            <pc:sldMasterMk cId="2209977519" sldId="2147483648"/>
            <pc:sldLayoutMk cId="3889236939" sldId="2147483657"/>
          </pc:sldLayoutMkLst>
          <pc:spChg chg="mod">
            <ac:chgData name="Technology Payyantra" userId="S::technology@payyantra.com::9e486473-e982-463d-841a-6ac17efdccf4" providerId="AD" clId="Web-{DB3F2985-2E2B-CC22-9865-BE87874BCC5E}" dt="2026-08-20T07:23:08.981" v="1"/>
            <ac:spMkLst>
              <pc:docMk/>
              <pc:sldMasterMk cId="2209977519" sldId="2147483648"/>
              <pc:sldLayoutMk cId="3889236939" sldId="2147483657"/>
              <ac:spMk id="2"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3889236939" sldId="2147483657"/>
              <ac:spMk id="3"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3889236939" sldId="2147483657"/>
              <ac:spMk id="4"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3889236939" sldId="2147483657"/>
              <ac:spMk id="5"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3889236939" sldId="2147483657"/>
              <ac:spMk id="6"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3889236939" sldId="2147483657"/>
              <ac:spMk id="7" creationId="{00000000-0000-0000-0000-000000000000}"/>
            </ac:spMkLst>
          </pc:spChg>
        </pc:sldLayoutChg>
        <pc:sldLayoutChg chg="modSp mod ord">
          <pc:chgData name="Technology Payyantra" userId="S::technology@payyantra.com::9e486473-e982-463d-841a-6ac17efdccf4" providerId="AD" clId="Web-{DB3F2985-2E2B-CC22-9865-BE87874BCC5E}" dt="2026-08-20T07:23:08.981" v="1"/>
          <pc:sldLayoutMkLst>
            <pc:docMk/>
            <pc:sldMasterMk cId="2209977519" sldId="2147483648"/>
            <pc:sldLayoutMk cId="2910927964" sldId="2147483658"/>
          </pc:sldLayoutMkLst>
          <pc:spChg chg="mod">
            <ac:chgData name="Technology Payyantra" userId="S::technology@payyantra.com::9e486473-e982-463d-841a-6ac17efdccf4" providerId="AD" clId="Web-{DB3F2985-2E2B-CC22-9865-BE87874BCC5E}" dt="2026-08-20T07:23:08.981" v="1"/>
            <ac:spMkLst>
              <pc:docMk/>
              <pc:sldMasterMk cId="2209977519" sldId="2147483648"/>
              <pc:sldLayoutMk cId="2910927964" sldId="2147483658"/>
              <ac:spMk id="2"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2910927964" sldId="2147483658"/>
              <ac:spMk id="3"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2910927964" sldId="2147483658"/>
              <ac:spMk id="4"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2910927964" sldId="2147483658"/>
              <ac:spMk id="5"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2910927964" sldId="2147483658"/>
              <ac:spMk id="6" creationId="{00000000-0000-0000-0000-000000000000}"/>
            </ac:spMkLst>
          </pc:spChg>
        </pc:sldLayoutChg>
        <pc:sldLayoutChg chg="modSp mod ord">
          <pc:chgData name="Technology Payyantra" userId="S::technology@payyantra.com::9e486473-e982-463d-841a-6ac17efdccf4" providerId="AD" clId="Web-{DB3F2985-2E2B-CC22-9865-BE87874BCC5E}" dt="2026-08-20T07:23:08.981" v="1"/>
          <pc:sldLayoutMkLst>
            <pc:docMk/>
            <pc:sldMasterMk cId="2209977519" sldId="2147483648"/>
            <pc:sldLayoutMk cId="3612223792" sldId="2147483659"/>
          </pc:sldLayoutMkLst>
          <pc:spChg chg="mod">
            <ac:chgData name="Technology Payyantra" userId="S::technology@payyantra.com::9e486473-e982-463d-841a-6ac17efdccf4" providerId="AD" clId="Web-{DB3F2985-2E2B-CC22-9865-BE87874BCC5E}" dt="2026-08-20T07:23:08.981" v="1"/>
            <ac:spMkLst>
              <pc:docMk/>
              <pc:sldMasterMk cId="2209977519" sldId="2147483648"/>
              <pc:sldLayoutMk cId="3612223792" sldId="2147483659"/>
              <ac:spMk id="2"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3612223792" sldId="2147483659"/>
              <ac:spMk id="3"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3612223792" sldId="2147483659"/>
              <ac:spMk id="4"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3612223792" sldId="2147483659"/>
              <ac:spMk id="5" creationId="{00000000-0000-0000-0000-000000000000}"/>
            </ac:spMkLst>
          </pc:spChg>
          <pc:spChg chg="mod">
            <ac:chgData name="Technology Payyantra" userId="S::technology@payyantra.com::9e486473-e982-463d-841a-6ac17efdccf4" providerId="AD" clId="Web-{DB3F2985-2E2B-CC22-9865-BE87874BCC5E}" dt="2026-08-20T07:23:08.981" v="1"/>
            <ac:spMkLst>
              <pc:docMk/>
              <pc:sldMasterMk cId="2209977519" sldId="2147483648"/>
              <pc:sldLayoutMk cId="3612223792" sldId="2147483659"/>
              <ac:spMk id="6" creationId="{00000000-0000-0000-0000-000000000000}"/>
            </ac:spMkLst>
          </pc:spChg>
        </pc:sldLayoutChg>
      </pc:sldMasterChg>
      <pc:sldMasterChg chg="del replId sldLayoutOrd">
        <pc:chgData name="Technology Payyantra" userId="S::technology@payyantra.com::9e486473-e982-463d-841a-6ac17efdccf4" providerId="AD" clId="Web-{DB3F2985-2E2B-CC22-9865-BE87874BCC5E}" dt="2026-08-20T07:23:08.981" v="1"/>
        <pc:sldMasterMkLst>
          <pc:docMk/>
          <pc:sldMasterMk cId="2209977519" sldId="2147483660"/>
        </pc:sldMasterMkLst>
      </pc:sldMasterChg>
    </pc:docChg>
  </pc:docChgLst>
  <pc:docChgLst>
    <pc:chgData name="Technology Payyantra" userId="S::technology@payyantra.com::9e486473-e982-463d-841a-6ac17efdccf4" providerId="AD" clId="Web-{0C65540D-5159-286E-6E07-EF179E2CF3DA}"/>
    <pc:docChg chg="addSld delSld modSld sldOrd addSection delSection modSection">
      <pc:chgData name="Technology Payyantra" userId="S::technology@payyantra.com::9e486473-e982-463d-841a-6ac17efdccf4" providerId="AD" clId="Web-{0C65540D-5159-286E-6E07-EF179E2CF3DA}" dt="2026-08-20T06:43:39.674" v="30"/>
      <pc:docMkLst>
        <pc:docMk/>
      </pc:docMkLst>
      <pc:sldChg chg="addSp modSp">
        <pc:chgData name="Technology Payyantra" userId="S::technology@payyantra.com::9e486473-e982-463d-841a-6ac17efdccf4" providerId="AD" clId="Web-{0C65540D-5159-286E-6E07-EF179E2CF3DA}" dt="2026-08-20T06:43:39.674" v="30"/>
        <pc:sldMkLst>
          <pc:docMk/>
          <pc:sldMk cId="0" sldId="256"/>
        </pc:sldMkLst>
        <pc:spChg chg="mod">
          <ac:chgData name="Technology Payyantra" userId="S::technology@payyantra.com::9e486473-e982-463d-841a-6ac17efdccf4" providerId="AD" clId="Web-{0C65540D-5159-286E-6E07-EF179E2CF3DA}" dt="2026-08-20T06:21:16.660" v="7"/>
          <ac:spMkLst>
            <pc:docMk/>
            <pc:sldMk cId="0" sldId="256"/>
            <ac:spMk id="3"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56"/>
            <ac:spMk id="6"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56"/>
            <ac:spMk id="9"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56"/>
            <ac:spMk id="10"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56"/>
            <ac:spMk id="11"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56"/>
            <ac:spMk id="12"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56"/>
            <ac:spMk id="13"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56"/>
            <ac:spMk id="14"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56"/>
            <ac:spMk id="15"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56"/>
            <ac:spMk id="16"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56"/>
            <ac:spMk id="17"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56"/>
            <ac:spMk id="18"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56"/>
            <ac:spMk id="23" creationId="{00000000-0000-0000-0000-000000000000}"/>
          </ac:spMkLst>
        </pc:spChg>
        <pc:picChg chg="add mod modCrop">
          <ac:chgData name="Technology Payyantra" userId="S::technology@payyantra.com::9e486473-e982-463d-841a-6ac17efdccf4" providerId="AD" clId="Web-{0C65540D-5159-286E-6E07-EF179E2CF3DA}" dt="2026-08-20T06:09:37.863" v="6" actId="1076"/>
          <ac:picMkLst>
            <pc:docMk/>
            <pc:sldMk cId="0" sldId="256"/>
            <ac:picMk id="7" creationId="{C134A301-1BB6-04D7-1C3D-827919EE3203}"/>
          </ac:picMkLst>
        </pc:picChg>
      </pc:sldChg>
      <pc:sldChg chg="modSp add del">
        <pc:chgData name="Technology Payyantra" userId="S::technology@payyantra.com::9e486473-e982-463d-841a-6ac17efdccf4" providerId="AD" clId="Web-{0C65540D-5159-286E-6E07-EF179E2CF3DA}" dt="2026-08-20T06:43:39.674" v="30"/>
        <pc:sldMkLst>
          <pc:docMk/>
          <pc:sldMk cId="0" sldId="258"/>
        </pc:sldMkLst>
        <pc:spChg chg="mod">
          <ac:chgData name="Technology Payyantra" userId="S::technology@payyantra.com::9e486473-e982-463d-841a-6ac17efdccf4" providerId="AD" clId="Web-{0C65540D-5159-286E-6E07-EF179E2CF3DA}" dt="2026-08-20T06:21:16.660" v="7"/>
          <ac:spMkLst>
            <pc:docMk/>
            <pc:sldMk cId="0" sldId="258"/>
            <ac:spMk id="4"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58"/>
            <ac:spMk id="5"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58"/>
            <ac:spMk id="6"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58"/>
            <ac:spMk id="7"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58"/>
            <ac:spMk id="14"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58"/>
            <ac:spMk id="200033"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58"/>
            <ac:spMk id="200036"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58"/>
            <ac:spMk id="200044"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58"/>
            <ac:spMk id="200046"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58"/>
            <ac:spMk id="201300" creationId="{00000000-0000-0000-0000-000000000000}"/>
          </ac:spMkLst>
        </pc:spChg>
      </pc:sldChg>
      <pc:sldChg chg="modSp">
        <pc:chgData name="Technology Payyantra" userId="S::technology@payyantra.com::9e486473-e982-463d-841a-6ac17efdccf4" providerId="AD" clId="Web-{0C65540D-5159-286E-6E07-EF179E2CF3DA}" dt="2026-08-20T06:43:39.674" v="30"/>
        <pc:sldMkLst>
          <pc:docMk/>
          <pc:sldMk cId="0" sldId="262"/>
        </pc:sldMkLst>
        <pc:spChg chg="mod">
          <ac:chgData name="Technology Payyantra" userId="S::technology@payyantra.com::9e486473-e982-463d-841a-6ac17efdccf4" providerId="AD" clId="Web-{0C65540D-5159-286E-6E07-EF179E2CF3DA}" dt="2026-08-20T06:21:16.660" v="7"/>
          <ac:spMkLst>
            <pc:docMk/>
            <pc:sldMk cId="0" sldId="262"/>
            <ac:spMk id="6"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62"/>
            <ac:spMk id="7"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62"/>
            <ac:spMk id="14"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62"/>
            <ac:spMk id="200094"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62"/>
            <ac:spMk id="200099"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62"/>
            <ac:spMk id="200100"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62"/>
            <ac:spMk id="200103"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62"/>
            <ac:spMk id="200104"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62"/>
            <ac:spMk id="200105"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62"/>
            <ac:spMk id="200107"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62"/>
            <ac:spMk id="200109"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62"/>
            <ac:spMk id="200111"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62"/>
            <ac:spMk id="200114"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62"/>
            <ac:spMk id="200115"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62"/>
            <ac:spMk id="200119"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62"/>
            <ac:spMk id="200120"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62"/>
            <ac:spMk id="200124" creationId="{00000000-0000-0000-0000-000000000000}"/>
          </ac:spMkLst>
        </pc:spChg>
      </pc:sldChg>
      <pc:sldChg chg="modSp">
        <pc:chgData name="Technology Payyantra" userId="S::technology@payyantra.com::9e486473-e982-463d-841a-6ac17efdccf4" providerId="AD" clId="Web-{0C65540D-5159-286E-6E07-EF179E2CF3DA}" dt="2026-08-20T06:43:39.674" v="30"/>
        <pc:sldMkLst>
          <pc:docMk/>
          <pc:sldMk cId="0" sldId="265"/>
        </pc:sldMkLst>
        <pc:spChg chg="mod">
          <ac:chgData name="Technology Payyantra" userId="S::technology@payyantra.com::9e486473-e982-463d-841a-6ac17efdccf4" providerId="AD" clId="Web-{0C65540D-5159-286E-6E07-EF179E2CF3DA}" dt="2026-08-20T06:21:16.660" v="7"/>
          <ac:spMkLst>
            <pc:docMk/>
            <pc:sldMk cId="0" sldId="265"/>
            <ac:spMk id="4"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65"/>
            <ac:spMk id="11"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65"/>
            <ac:spMk id="12"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65"/>
            <ac:spMk id="14"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65"/>
            <ac:spMk id="15"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65"/>
            <ac:spMk id="16"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65"/>
            <ac:spMk id="18"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65"/>
            <ac:spMk id="20"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65"/>
            <ac:spMk id="200148"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65"/>
            <ac:spMk id="200149"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65"/>
            <ac:spMk id="200152"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65"/>
            <ac:spMk id="200153" creationId="{00000000-0000-0000-0000-000000000000}"/>
          </ac:spMkLst>
        </pc:spChg>
      </pc:sldChg>
      <pc:sldChg chg="modSp add del">
        <pc:chgData name="Technology Payyantra" userId="S::technology@payyantra.com::9e486473-e982-463d-841a-6ac17efdccf4" providerId="AD" clId="Web-{0C65540D-5159-286E-6E07-EF179E2CF3DA}" dt="2026-08-20T06:43:39.674" v="30"/>
        <pc:sldMkLst>
          <pc:docMk/>
          <pc:sldMk cId="0" sldId="267"/>
        </pc:sldMkLst>
        <pc:spChg chg="mod">
          <ac:chgData name="Technology Payyantra" userId="S::technology@payyantra.com::9e486473-e982-463d-841a-6ac17efdccf4" providerId="AD" clId="Web-{0C65540D-5159-286E-6E07-EF179E2CF3DA}" dt="2026-08-20T06:21:16.660" v="7"/>
          <ac:spMkLst>
            <pc:docMk/>
            <pc:sldMk cId="0" sldId="267"/>
            <ac:spMk id="3"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67"/>
            <ac:spMk id="4"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67"/>
            <ac:spMk id="5"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67"/>
            <ac:spMk id="6"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67"/>
            <ac:spMk id="13"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67"/>
            <ac:spMk id="17"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67"/>
            <ac:spMk id="30"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67"/>
            <ac:spMk id="33"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67"/>
            <ac:spMk id="34"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67"/>
            <ac:spMk id="35" creationId="{00000000-0000-0000-0000-000000000000}"/>
          </ac:spMkLst>
        </pc:spChg>
      </pc:sldChg>
      <pc:sldChg chg="modSp ord">
        <pc:chgData name="Technology Payyantra" userId="S::technology@payyantra.com::9e486473-e982-463d-841a-6ac17efdccf4" providerId="AD" clId="Web-{0C65540D-5159-286E-6E07-EF179E2CF3DA}" dt="2026-08-20T06:43:39.674" v="30"/>
        <pc:sldMkLst>
          <pc:docMk/>
          <pc:sldMk cId="0" sldId="270"/>
        </pc:sldMkLst>
        <pc:spChg chg="mod">
          <ac:chgData name="Technology Payyantra" userId="S::technology@payyantra.com::9e486473-e982-463d-841a-6ac17efdccf4" providerId="AD" clId="Web-{0C65540D-5159-286E-6E07-EF179E2CF3DA}" dt="2026-08-20T06:43:39.674" v="30"/>
          <ac:spMkLst>
            <pc:docMk/>
            <pc:sldMk cId="0" sldId="270"/>
            <ac:spMk id="5"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70"/>
            <ac:spMk id="6"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70"/>
            <ac:spMk id="11"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0"/>
            <ac:spMk id="12"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70"/>
            <ac:spMk id="200200"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0"/>
            <ac:spMk id="200203"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70"/>
            <ac:spMk id="200205"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70"/>
            <ac:spMk id="200209"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70"/>
            <ac:spMk id="200210"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0"/>
            <ac:spMk id="200211"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70"/>
            <ac:spMk id="200214"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70"/>
            <ac:spMk id="200215"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0"/>
            <ac:spMk id="200217"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0"/>
            <ac:spMk id="200223"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70"/>
            <ac:spMk id="200990" creationId="{00000000-0000-0000-0000-000000000000}"/>
          </ac:spMkLst>
        </pc:spChg>
      </pc:sldChg>
      <pc:sldChg chg="modSp">
        <pc:chgData name="Technology Payyantra" userId="S::technology@payyantra.com::9e486473-e982-463d-841a-6ac17efdccf4" providerId="AD" clId="Web-{0C65540D-5159-286E-6E07-EF179E2CF3DA}" dt="2026-08-20T06:43:39.674" v="30"/>
        <pc:sldMkLst>
          <pc:docMk/>
          <pc:sldMk cId="0" sldId="272"/>
        </pc:sldMkLst>
        <pc:spChg chg="mod">
          <ac:chgData name="Technology Payyantra" userId="S::technology@payyantra.com::9e486473-e982-463d-841a-6ac17efdccf4" providerId="AD" clId="Web-{0C65540D-5159-286E-6E07-EF179E2CF3DA}" dt="2026-08-20T06:43:39.674" v="30"/>
          <ac:spMkLst>
            <pc:docMk/>
            <pc:sldMk cId="0" sldId="272"/>
            <ac:spMk id="6"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72"/>
            <ac:spMk id="11"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2"/>
            <ac:spMk id="15"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2"/>
            <ac:spMk id="200242"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2"/>
            <ac:spMk id="200250"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2"/>
            <ac:spMk id="200255"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2"/>
            <ac:spMk id="200256"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2"/>
            <ac:spMk id="200257"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2"/>
            <ac:spMk id="200259"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2"/>
            <ac:spMk id="200266"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2"/>
            <ac:spMk id="200270"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2"/>
            <ac:spMk id="200993" creationId="{00000000-0000-0000-0000-000000000000}"/>
          </ac:spMkLst>
        </pc:spChg>
      </pc:sldChg>
      <pc:sldChg chg="modSp add del">
        <pc:chgData name="Technology Payyantra" userId="S::technology@payyantra.com::9e486473-e982-463d-841a-6ac17efdccf4" providerId="AD" clId="Web-{0C65540D-5159-286E-6E07-EF179E2CF3DA}" dt="2026-08-20T06:43:39.674" v="30"/>
        <pc:sldMkLst>
          <pc:docMk/>
          <pc:sldMk cId="0" sldId="273"/>
        </pc:sldMkLst>
        <pc:spChg chg="mod">
          <ac:chgData name="Technology Payyantra" userId="S::technology@payyantra.com::9e486473-e982-463d-841a-6ac17efdccf4" providerId="AD" clId="Web-{0C65540D-5159-286E-6E07-EF179E2CF3DA}" dt="2026-08-20T06:21:16.660" v="7"/>
          <ac:spMkLst>
            <pc:docMk/>
            <pc:sldMk cId="0" sldId="273"/>
            <ac:spMk id="4"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3"/>
            <ac:spMk id="5"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3"/>
            <ac:spMk id="6"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3"/>
            <ac:spMk id="7"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3"/>
            <ac:spMk id="30" creationId="{9E3B8518-F3D1-B1E4-93AC-ACF9BFFD248C}"/>
          </ac:spMkLst>
        </pc:spChg>
        <pc:spChg chg="mod">
          <ac:chgData name="Technology Payyantra" userId="S::technology@payyantra.com::9e486473-e982-463d-841a-6ac17efdccf4" providerId="AD" clId="Web-{0C65540D-5159-286E-6E07-EF179E2CF3DA}" dt="2026-08-20T06:21:16.660" v="7"/>
          <ac:spMkLst>
            <pc:docMk/>
            <pc:sldMk cId="0" sldId="273"/>
            <ac:spMk id="200261"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3"/>
            <ac:spMk id="200268"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3"/>
            <ac:spMk id="200270"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3"/>
            <ac:spMk id="200278"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3"/>
            <ac:spMk id="200282" creationId="{00000000-0000-0000-0000-000000000000}"/>
          </ac:spMkLst>
        </pc:spChg>
      </pc:sldChg>
      <pc:sldChg chg="modSp ord">
        <pc:chgData name="Technology Payyantra" userId="S::technology@payyantra.com::9e486473-e982-463d-841a-6ac17efdccf4" providerId="AD" clId="Web-{0C65540D-5159-286E-6E07-EF179E2CF3DA}" dt="2026-08-20T06:43:39.674" v="30"/>
        <pc:sldMkLst>
          <pc:docMk/>
          <pc:sldMk cId="0" sldId="274"/>
        </pc:sldMkLst>
        <pc:spChg chg="mod">
          <ac:chgData name="Technology Payyantra" userId="S::technology@payyantra.com::9e486473-e982-463d-841a-6ac17efdccf4" providerId="AD" clId="Web-{0C65540D-5159-286E-6E07-EF179E2CF3DA}" dt="2026-08-20T06:43:39.674" v="30"/>
          <ac:spMkLst>
            <pc:docMk/>
            <pc:sldMk cId="0" sldId="274"/>
            <ac:spMk id="7"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74"/>
            <ac:spMk id="200284"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4"/>
            <ac:spMk id="200287"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4"/>
            <ac:spMk id="200288"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74"/>
            <ac:spMk id="200290"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4"/>
            <ac:spMk id="200291"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74"/>
            <ac:spMk id="200294"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74"/>
            <ac:spMk id="200295"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4"/>
            <ac:spMk id="200296"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74"/>
            <ac:spMk id="200305"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4"/>
            <ac:spMk id="200306"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4"/>
            <ac:spMk id="200308"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74"/>
            <ac:spMk id="200309"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74"/>
            <ac:spMk id="200310"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4"/>
            <ac:spMk id="200313"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4"/>
            <ac:spMk id="200317"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74"/>
            <ac:spMk id="200319"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74"/>
            <ac:spMk id="200320" creationId="{00000000-0000-0000-0000-000000000000}"/>
          </ac:spMkLst>
        </pc:spChg>
      </pc:sldChg>
      <pc:sldChg chg="modSp add del">
        <pc:chgData name="Technology Payyantra" userId="S::technology@payyantra.com::9e486473-e982-463d-841a-6ac17efdccf4" providerId="AD" clId="Web-{0C65540D-5159-286E-6E07-EF179E2CF3DA}" dt="2026-08-20T06:43:39.674" v="30"/>
        <pc:sldMkLst>
          <pc:docMk/>
          <pc:sldMk cId="0" sldId="275"/>
        </pc:sldMkLst>
        <pc:spChg chg="mod">
          <ac:chgData name="Technology Payyantra" userId="S::technology@payyantra.com::9e486473-e982-463d-841a-6ac17efdccf4" providerId="AD" clId="Web-{0C65540D-5159-286E-6E07-EF179E2CF3DA}" dt="2026-08-20T06:21:16.660" v="7"/>
          <ac:spMkLst>
            <pc:docMk/>
            <pc:sldMk cId="0" sldId="275"/>
            <ac:spMk id="200309"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5"/>
            <ac:spMk id="200312"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5"/>
            <ac:spMk id="200313"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5"/>
            <ac:spMk id="200315"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5"/>
            <ac:spMk id="200326"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5"/>
            <ac:spMk id="200331"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5"/>
            <ac:spMk id="200332"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5"/>
            <ac:spMk id="200340"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5"/>
            <ac:spMk id="200346"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5"/>
            <ac:spMk id="200350" creationId="{00000000-0000-0000-0000-000000000000}"/>
          </ac:spMkLst>
        </pc:spChg>
      </pc:sldChg>
      <pc:sldChg chg="modSp ord">
        <pc:chgData name="Technology Payyantra" userId="S::technology@payyantra.com::9e486473-e982-463d-841a-6ac17efdccf4" providerId="AD" clId="Web-{0C65540D-5159-286E-6E07-EF179E2CF3DA}" dt="2026-08-20T06:43:39.674" v="30"/>
        <pc:sldMkLst>
          <pc:docMk/>
          <pc:sldMk cId="0" sldId="276"/>
        </pc:sldMkLst>
        <pc:spChg chg="mod">
          <ac:chgData name="Technology Payyantra" userId="S::technology@payyantra.com::9e486473-e982-463d-841a-6ac17efdccf4" providerId="AD" clId="Web-{0C65540D-5159-286E-6E07-EF179E2CF3DA}" dt="2026-08-20T06:21:16.660" v="7"/>
          <ac:spMkLst>
            <pc:docMk/>
            <pc:sldMk cId="0" sldId="276"/>
            <ac:spMk id="3"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6"/>
            <ac:spMk id="4"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6"/>
            <ac:spMk id="5"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76"/>
            <ac:spMk id="7"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76"/>
            <ac:spMk id="11"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6"/>
            <ac:spMk id="15"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6"/>
            <ac:spMk id="200350"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6"/>
            <ac:spMk id="200352"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76"/>
            <ac:spMk id="200354"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6"/>
            <ac:spMk id="200355"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6"/>
            <ac:spMk id="200358"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6"/>
            <ac:spMk id="200359"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6"/>
            <ac:spMk id="200361"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76"/>
            <ac:spMk id="200362" creationId="{00000000-0000-0000-0000-000000000000}"/>
          </ac:spMkLst>
        </pc:spChg>
      </pc:sldChg>
      <pc:sldChg chg="modSp add del">
        <pc:chgData name="Technology Payyantra" userId="S::technology@payyantra.com::9e486473-e982-463d-841a-6ac17efdccf4" providerId="AD" clId="Web-{0C65540D-5159-286E-6E07-EF179E2CF3DA}" dt="2026-08-20T06:43:39.674" v="30"/>
        <pc:sldMkLst>
          <pc:docMk/>
          <pc:sldMk cId="0" sldId="279"/>
        </pc:sldMkLst>
        <pc:spChg chg="mod">
          <ac:chgData name="Technology Payyantra" userId="S::technology@payyantra.com::9e486473-e982-463d-841a-6ac17efdccf4" providerId="AD" clId="Web-{0C65540D-5159-286E-6E07-EF179E2CF3DA}" dt="2026-08-20T06:21:16.660" v="7"/>
          <ac:spMkLst>
            <pc:docMk/>
            <pc:sldMk cId="0" sldId="279"/>
            <ac:spMk id="11"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9"/>
            <ac:spMk id="200409"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9"/>
            <ac:spMk id="200410"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9"/>
            <ac:spMk id="200416"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9"/>
            <ac:spMk id="200418"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9"/>
            <ac:spMk id="200432"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9"/>
            <ac:spMk id="200434"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9"/>
            <ac:spMk id="200439"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9"/>
            <ac:spMk id="200440"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79"/>
            <ac:spMk id="200442" creationId="{00000000-0000-0000-0000-000000000000}"/>
          </ac:spMkLst>
        </pc:spChg>
      </pc:sldChg>
      <pc:sldChg chg="modSp add del">
        <pc:chgData name="Technology Payyantra" userId="S::technology@payyantra.com::9e486473-e982-463d-841a-6ac17efdccf4" providerId="AD" clId="Web-{0C65540D-5159-286E-6E07-EF179E2CF3DA}" dt="2026-08-20T06:43:39.674" v="30"/>
        <pc:sldMkLst>
          <pc:docMk/>
          <pc:sldMk cId="0" sldId="288"/>
        </pc:sldMkLst>
        <pc:spChg chg="mod">
          <ac:chgData name="Technology Payyantra" userId="S::technology@payyantra.com::9e486473-e982-463d-841a-6ac17efdccf4" providerId="AD" clId="Web-{0C65540D-5159-286E-6E07-EF179E2CF3DA}" dt="2026-08-20T06:21:16.660" v="7"/>
          <ac:spMkLst>
            <pc:docMk/>
            <pc:sldMk cId="0" sldId="288"/>
            <ac:spMk id="3"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88"/>
            <ac:spMk id="12"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88"/>
            <ac:spMk id="200560"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88"/>
            <ac:spMk id="200561"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88"/>
            <ac:spMk id="200563"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88"/>
            <ac:spMk id="200568"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88"/>
            <ac:spMk id="200569"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88"/>
            <ac:spMk id="200579"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88"/>
            <ac:spMk id="200587"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88"/>
            <ac:spMk id="200588" creationId="{00000000-0000-0000-0000-000000000000}"/>
          </ac:spMkLst>
        </pc:spChg>
      </pc:sldChg>
      <pc:sldChg chg="modSp add del">
        <pc:chgData name="Technology Payyantra" userId="S::technology@payyantra.com::9e486473-e982-463d-841a-6ac17efdccf4" providerId="AD" clId="Web-{0C65540D-5159-286E-6E07-EF179E2CF3DA}" dt="2026-08-20T06:43:39.674" v="30"/>
        <pc:sldMkLst>
          <pc:docMk/>
          <pc:sldMk cId="0" sldId="289"/>
        </pc:sldMkLst>
        <pc:spChg chg="mod">
          <ac:chgData name="Technology Payyantra" userId="S::technology@payyantra.com::9e486473-e982-463d-841a-6ac17efdccf4" providerId="AD" clId="Web-{0C65540D-5159-286E-6E07-EF179E2CF3DA}" dt="2026-08-20T06:21:16.660" v="7"/>
          <ac:spMkLst>
            <pc:docMk/>
            <pc:sldMk cId="0" sldId="289"/>
            <ac:spMk id="200582"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89"/>
            <ac:spMk id="200584"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89"/>
            <ac:spMk id="200588"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89"/>
            <ac:spMk id="200590"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89"/>
            <ac:spMk id="200591"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89"/>
            <ac:spMk id="200593"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89"/>
            <ac:spMk id="200599"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89"/>
            <ac:spMk id="200601"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89"/>
            <ac:spMk id="200605"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89"/>
            <ac:spMk id="200607" creationId="{00000000-0000-0000-0000-000000000000}"/>
          </ac:spMkLst>
        </pc:spChg>
      </pc:sldChg>
      <pc:sldChg chg="modSp add del">
        <pc:chgData name="Technology Payyantra" userId="S::technology@payyantra.com::9e486473-e982-463d-841a-6ac17efdccf4" providerId="AD" clId="Web-{0C65540D-5159-286E-6E07-EF179E2CF3DA}" dt="2026-08-20T06:43:39.674" v="30"/>
        <pc:sldMkLst>
          <pc:docMk/>
          <pc:sldMk cId="0" sldId="292"/>
        </pc:sldMkLst>
        <pc:spChg chg="mod">
          <ac:chgData name="Technology Payyantra" userId="S::technology@payyantra.com::9e486473-e982-463d-841a-6ac17efdccf4" providerId="AD" clId="Web-{0C65540D-5159-286E-6E07-EF179E2CF3DA}" dt="2026-08-20T06:21:16.660" v="7"/>
          <ac:spMkLst>
            <pc:docMk/>
            <pc:sldMk cId="0" sldId="292"/>
            <ac:spMk id="6"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2"/>
            <ac:spMk id="7"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2"/>
            <ac:spMk id="29" creationId="{084AB719-E42D-389C-7850-96FD641EA261}"/>
          </ac:spMkLst>
        </pc:spChg>
        <pc:spChg chg="mod">
          <ac:chgData name="Technology Payyantra" userId="S::technology@payyantra.com::9e486473-e982-463d-841a-6ac17efdccf4" providerId="AD" clId="Web-{0C65540D-5159-286E-6E07-EF179E2CF3DA}" dt="2026-08-20T06:21:16.660" v="7"/>
          <ac:spMkLst>
            <pc:docMk/>
            <pc:sldMk cId="0" sldId="292"/>
            <ac:spMk id="200629"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2"/>
            <ac:spMk id="200630"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2"/>
            <ac:spMk id="200631"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2"/>
            <ac:spMk id="200640"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2"/>
            <ac:spMk id="200643"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2"/>
            <ac:spMk id="200646"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2"/>
            <ac:spMk id="200653" creationId="{00000000-0000-0000-0000-000000000000}"/>
          </ac:spMkLst>
        </pc:spChg>
      </pc:sldChg>
      <pc:sldChg chg="modSp add del">
        <pc:chgData name="Technology Payyantra" userId="S::technology@payyantra.com::9e486473-e982-463d-841a-6ac17efdccf4" providerId="AD" clId="Web-{0C65540D-5159-286E-6E07-EF179E2CF3DA}" dt="2026-08-20T06:43:39.674" v="30"/>
        <pc:sldMkLst>
          <pc:docMk/>
          <pc:sldMk cId="0" sldId="294"/>
        </pc:sldMkLst>
        <pc:spChg chg="mod">
          <ac:chgData name="Technology Payyantra" userId="S::technology@payyantra.com::9e486473-e982-463d-841a-6ac17efdccf4" providerId="AD" clId="Web-{0C65540D-5159-286E-6E07-EF179E2CF3DA}" dt="2026-08-20T06:21:16.660" v="7"/>
          <ac:spMkLst>
            <pc:docMk/>
            <pc:sldMk cId="0" sldId="294"/>
            <ac:spMk id="12"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4"/>
            <ac:spMk id="200642"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4"/>
            <ac:spMk id="200644"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4"/>
            <ac:spMk id="200647"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4"/>
            <ac:spMk id="200650"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4"/>
            <ac:spMk id="200653"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4"/>
            <ac:spMk id="200656"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4"/>
            <ac:spMk id="200667"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4"/>
            <ac:spMk id="200668"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4"/>
            <ac:spMk id="200669" creationId="{00000000-0000-0000-0000-000000000000}"/>
          </ac:spMkLst>
        </pc:spChg>
      </pc:sldChg>
      <pc:sldChg chg="modSp ord">
        <pc:chgData name="Technology Payyantra" userId="S::technology@payyantra.com::9e486473-e982-463d-841a-6ac17efdccf4" providerId="AD" clId="Web-{0C65540D-5159-286E-6E07-EF179E2CF3DA}" dt="2026-08-20T06:43:39.674" v="30"/>
        <pc:sldMkLst>
          <pc:docMk/>
          <pc:sldMk cId="0" sldId="295"/>
        </pc:sldMkLst>
        <pc:spChg chg="mod">
          <ac:chgData name="Technology Payyantra" userId="S::technology@payyantra.com::9e486473-e982-463d-841a-6ac17efdccf4" providerId="AD" clId="Web-{0C65540D-5159-286E-6E07-EF179E2CF3DA}" dt="2026-08-20T06:21:16.660" v="7"/>
          <ac:spMkLst>
            <pc:docMk/>
            <pc:sldMk cId="0" sldId="295"/>
            <ac:spMk id="3"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5"/>
            <ac:spMk id="5"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95"/>
            <ac:spMk id="6"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95"/>
            <ac:spMk id="11"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5"/>
            <ac:spMk id="14"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95"/>
            <ac:spMk id="26" creationId="{E944364F-2786-6144-4C37-D9CA4ED91140}"/>
          </ac:spMkLst>
        </pc:spChg>
        <pc:spChg chg="mod">
          <ac:chgData name="Technology Payyantra" userId="S::technology@payyantra.com::9e486473-e982-463d-841a-6ac17efdccf4" providerId="AD" clId="Web-{0C65540D-5159-286E-6E07-EF179E2CF3DA}" dt="2026-08-20T06:43:39.674" v="30"/>
          <ac:spMkLst>
            <pc:docMk/>
            <pc:sldMk cId="0" sldId="295"/>
            <ac:spMk id="200664"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5"/>
            <ac:spMk id="200666"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95"/>
            <ac:spMk id="200669"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5"/>
            <ac:spMk id="200679"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5"/>
            <ac:spMk id="200683"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5"/>
            <ac:spMk id="200687" creationId="{00000000-0000-0000-0000-000000000000}"/>
          </ac:spMkLst>
        </pc:spChg>
      </pc:sldChg>
      <pc:sldChg chg="modSp">
        <pc:chgData name="Technology Payyantra" userId="S::technology@payyantra.com::9e486473-e982-463d-841a-6ac17efdccf4" providerId="AD" clId="Web-{0C65540D-5159-286E-6E07-EF179E2CF3DA}" dt="2026-08-20T06:43:39.674" v="30"/>
        <pc:sldMkLst>
          <pc:docMk/>
          <pc:sldMk cId="0" sldId="296"/>
        </pc:sldMkLst>
        <pc:spChg chg="mod">
          <ac:chgData name="Technology Payyantra" userId="S::technology@payyantra.com::9e486473-e982-463d-841a-6ac17efdccf4" providerId="AD" clId="Web-{0C65540D-5159-286E-6E07-EF179E2CF3DA}" dt="2026-08-20T06:43:39.674" v="30"/>
          <ac:spMkLst>
            <pc:docMk/>
            <pc:sldMk cId="0" sldId="296"/>
            <ac:spMk id="5"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6"/>
            <ac:spMk id="6"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96"/>
            <ac:spMk id="7"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96"/>
            <ac:spMk id="11"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6"/>
            <ac:spMk id="13"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6"/>
            <ac:spMk id="200675"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6"/>
            <ac:spMk id="200679"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96"/>
            <ac:spMk id="200680"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6"/>
            <ac:spMk id="200684"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96"/>
            <ac:spMk id="200691"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96"/>
            <ac:spMk id="200695"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96"/>
            <ac:spMk id="200701"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6"/>
            <ac:spMk id="200704"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96"/>
            <ac:spMk id="200708"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96"/>
            <ac:spMk id="200714"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6"/>
            <ac:spMk id="200715"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96"/>
            <ac:spMk id="200718" creationId="{00000000-0000-0000-0000-000000000000}"/>
          </ac:spMkLst>
        </pc:spChg>
      </pc:sldChg>
      <pc:sldChg chg="modSp add del">
        <pc:chgData name="Technology Payyantra" userId="S::technology@payyantra.com::9e486473-e982-463d-841a-6ac17efdccf4" providerId="AD" clId="Web-{0C65540D-5159-286E-6E07-EF179E2CF3DA}" dt="2026-08-20T06:43:39.674" v="30"/>
        <pc:sldMkLst>
          <pc:docMk/>
          <pc:sldMk cId="0" sldId="298"/>
        </pc:sldMkLst>
        <pc:spChg chg="mod">
          <ac:chgData name="Technology Payyantra" userId="S::technology@payyantra.com::9e486473-e982-463d-841a-6ac17efdccf4" providerId="AD" clId="Web-{0C65540D-5159-286E-6E07-EF179E2CF3DA}" dt="2026-08-20T06:21:16.660" v="7"/>
          <ac:spMkLst>
            <pc:docMk/>
            <pc:sldMk cId="0" sldId="298"/>
            <ac:spMk id="2"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8"/>
            <ac:spMk id="3"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8"/>
            <ac:spMk id="4"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8"/>
            <ac:spMk id="9"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8"/>
            <ac:spMk id="10"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8"/>
            <ac:spMk id="30" creationId="{41668642-11DC-51AC-0893-51E39A241A9E}"/>
          </ac:spMkLst>
        </pc:spChg>
        <pc:spChg chg="mod">
          <ac:chgData name="Technology Payyantra" userId="S::technology@payyantra.com::9e486473-e982-463d-841a-6ac17efdccf4" providerId="AD" clId="Web-{0C65540D-5159-286E-6E07-EF179E2CF3DA}" dt="2026-08-20T06:21:16.660" v="7"/>
          <ac:spMkLst>
            <pc:docMk/>
            <pc:sldMk cId="0" sldId="298"/>
            <ac:spMk id="200725"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8"/>
            <ac:spMk id="200734"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8"/>
            <ac:spMk id="200746"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8"/>
            <ac:spMk id="200750" creationId="{00000000-0000-0000-0000-000000000000}"/>
          </ac:spMkLst>
        </pc:spChg>
      </pc:sldChg>
      <pc:sldChg chg="addSp delSp modSp">
        <pc:chgData name="Technology Payyantra" userId="S::technology@payyantra.com::9e486473-e982-463d-841a-6ac17efdccf4" providerId="AD" clId="Web-{0C65540D-5159-286E-6E07-EF179E2CF3DA}" dt="2026-08-20T06:43:39.674" v="30"/>
        <pc:sldMkLst>
          <pc:docMk/>
          <pc:sldMk cId="0" sldId="299"/>
        </pc:sldMkLst>
        <pc:spChg chg="mod">
          <ac:chgData name="Technology Payyantra" userId="S::technology@payyantra.com::9e486473-e982-463d-841a-6ac17efdccf4" providerId="AD" clId="Web-{0C65540D-5159-286E-6E07-EF179E2CF3DA}" dt="2026-08-20T06:21:16.660" v="7"/>
          <ac:spMkLst>
            <pc:docMk/>
            <pc:sldMk cId="0" sldId="299"/>
            <ac:spMk id="2"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9"/>
            <ac:spMk id="3"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9"/>
            <ac:spMk id="4" creationId="{00000000-0000-0000-0000-000000000000}"/>
          </ac:spMkLst>
        </pc:spChg>
        <pc:spChg chg="del mod">
          <ac:chgData name="Technology Payyantra" userId="S::technology@payyantra.com::9e486473-e982-463d-841a-6ac17efdccf4" providerId="AD" clId="Web-{0C65540D-5159-286E-6E07-EF179E2CF3DA}" dt="2026-08-20T06:28:26.257" v="12"/>
          <ac:spMkLst>
            <pc:docMk/>
            <pc:sldMk cId="0" sldId="299"/>
            <ac:spMk id="5" creationId="{3F7DAFC5-27A3-D09C-6B21-A63828F9E38A}"/>
          </ac:spMkLst>
        </pc:spChg>
        <pc:spChg chg="mod">
          <ac:chgData name="Technology Payyantra" userId="S::technology@payyantra.com::9e486473-e982-463d-841a-6ac17efdccf4" providerId="AD" clId="Web-{0C65540D-5159-286E-6E07-EF179E2CF3DA}" dt="2026-08-20T06:21:16.660" v="7"/>
          <ac:spMkLst>
            <pc:docMk/>
            <pc:sldMk cId="0" sldId="299"/>
            <ac:spMk id="7"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99"/>
            <ac:spMk id="8"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99"/>
            <ac:spMk id="9"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9"/>
            <ac:spMk id="11"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99"/>
            <ac:spMk id="12"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9"/>
            <ac:spMk id="13" creationId="{00000000-0000-0000-0000-000000000000}"/>
          </ac:spMkLst>
        </pc:spChg>
        <pc:spChg chg="add mod">
          <ac:chgData name="Technology Payyantra" userId="S::technology@payyantra.com::9e486473-e982-463d-841a-6ac17efdccf4" providerId="AD" clId="Web-{0C65540D-5159-286E-6E07-EF179E2CF3DA}" dt="2026-08-20T06:43:39.674" v="30"/>
          <ac:spMkLst>
            <pc:docMk/>
            <pc:sldMk cId="0" sldId="299"/>
            <ac:spMk id="21" creationId="{9762231B-BF4C-964F-EF35-31EFF4C02099}"/>
          </ac:spMkLst>
        </pc:spChg>
        <pc:spChg chg="mod">
          <ac:chgData name="Technology Payyantra" userId="S::technology@payyantra.com::9e486473-e982-463d-841a-6ac17efdccf4" providerId="AD" clId="Web-{0C65540D-5159-286E-6E07-EF179E2CF3DA}" dt="2026-08-20T06:21:16.660" v="7"/>
          <ac:spMkLst>
            <pc:docMk/>
            <pc:sldMk cId="0" sldId="299"/>
            <ac:spMk id="200748" creationId="{00000000-0000-0000-0000-000000000000}"/>
          </ac:spMkLst>
        </pc:spChg>
        <pc:spChg chg="mod">
          <ac:chgData name="Technology Payyantra" userId="S::technology@payyantra.com::9e486473-e982-463d-841a-6ac17efdccf4" providerId="AD" clId="Web-{0C65540D-5159-286E-6E07-EF179E2CF3DA}" dt="2026-08-20T06:21:16.660" v="7"/>
          <ac:spMkLst>
            <pc:docMk/>
            <pc:sldMk cId="0" sldId="299"/>
            <ac:spMk id="200752" creationId="{00000000-0000-0000-0000-000000000000}"/>
          </ac:spMkLst>
        </pc:spChg>
        <pc:spChg chg="mod">
          <ac:chgData name="Technology Payyantra" userId="S::technology@payyantra.com::9e486473-e982-463d-841a-6ac17efdccf4" providerId="AD" clId="Web-{0C65540D-5159-286E-6E07-EF179E2CF3DA}" dt="2026-08-20T06:43:39.674" v="30"/>
          <ac:spMkLst>
            <pc:docMk/>
            <pc:sldMk cId="0" sldId="299"/>
            <ac:spMk id="201200" creationId="{00000000-0000-0000-0000-000000000000}"/>
          </ac:spMkLst>
        </pc:spChg>
        <pc:picChg chg="add mod">
          <ac:chgData name="Technology Payyantra" userId="S::technology@payyantra.com::9e486473-e982-463d-841a-6ac17efdccf4" providerId="AD" clId="Web-{0C65540D-5159-286E-6E07-EF179E2CF3DA}" dt="2026-08-20T06:27:56.006" v="9" actId="1076"/>
          <ac:picMkLst>
            <pc:docMk/>
            <pc:sldMk cId="0" sldId="299"/>
            <ac:picMk id="19" creationId="{A7065259-05F7-5FCE-AF37-21F1FADFC440}"/>
          </ac:picMkLst>
        </pc:picChg>
      </pc:sldChg>
      <pc:sldChg chg="modSp add">
        <pc:chgData name="Technology Payyantra" userId="S::technology@payyantra.com::9e486473-e982-463d-841a-6ac17efdccf4" providerId="AD" clId="Web-{0C65540D-5159-286E-6E07-EF179E2CF3DA}" dt="2026-08-20T06:43:39.674" v="30"/>
        <pc:sldMkLst>
          <pc:docMk/>
          <pc:sldMk cId="0" sldId="300"/>
        </pc:sldMkLst>
        <pc:spChg chg="mod">
          <ac:chgData name="Technology Payyantra" userId="S::technology@payyantra.com::9e486473-e982-463d-841a-6ac17efdccf4" providerId="AD" clId="Web-{0C65540D-5159-286E-6E07-EF179E2CF3DA}" dt="2026-08-20T06:43:39.674" v="30"/>
          <ac:spMkLst>
            <pc:docMk/>
            <pc:sldMk cId="0" sldId="300"/>
            <ac:spMk id="11" creationId="{00000000-0000-0000-0000-000000000000}"/>
          </ac:spMkLst>
        </pc:spChg>
        <pc:spChg chg="mod">
          <ac:chgData name="Technology Payyantra" userId="S::technology@payyantra.com::9e486473-e982-463d-841a-6ac17efdccf4" providerId="AD" clId="Web-{0C65540D-5159-286E-6E07-EF179E2CF3DA}" dt="2026-08-20T06:43:39.049" v="29" actId="20577"/>
          <ac:spMkLst>
            <pc:docMk/>
            <pc:sldMk cId="0" sldId="300"/>
            <ac:spMk id="200252" creationId="{00000000-0000-0000-0000-000000000000}"/>
          </ac:spMkLst>
        </pc:spChg>
      </pc:sldChg>
      <pc:sldChg chg="modSp add">
        <pc:chgData name="Technology Payyantra" userId="S::technology@payyantra.com::9e486473-e982-463d-841a-6ac17efdccf4" providerId="AD" clId="Web-{0C65540D-5159-286E-6E07-EF179E2CF3DA}" dt="2026-08-20T06:43:39.674" v="30"/>
        <pc:sldMkLst>
          <pc:docMk/>
          <pc:sldMk cId="0" sldId="301"/>
        </pc:sldMkLst>
        <pc:spChg chg="mod">
          <ac:chgData name="Technology Payyantra" userId="S::technology@payyantra.com::9e486473-e982-463d-841a-6ac17efdccf4" providerId="AD" clId="Web-{0C65540D-5159-286E-6E07-EF179E2CF3DA}" dt="2026-08-20T06:43:39.674" v="30"/>
          <ac:spMkLst>
            <pc:docMk/>
            <pc:sldMk cId="0" sldId="301"/>
            <ac:spMk id="11" creationId="{00000000-0000-0000-0000-000000000000}"/>
          </ac:spMkLst>
        </pc:spChg>
      </pc:sldChg>
    </pc:docChg>
  </pc:docChgLst>
  <pc:docChgLst>
    <pc:chgData clId="Web-{4D851873-23C1-9F18-0C1B-B87A1C659C3C}"/>
    <pc:docChg chg="modSld">
      <pc:chgData name="" userId="" providerId="" clId="Web-{4D851873-23C1-9F18-0C1B-B87A1C659C3C}" dt="2026-07-24T08:36:26.729" v="577" actId="1076"/>
      <pc:docMkLst>
        <pc:docMk/>
      </pc:docMkLst>
      <pc:sldChg chg="addSp delSp modSp">
        <pc:chgData name="" userId="" providerId="" clId="Web-{4D851873-23C1-9F18-0C1B-B87A1C659C3C}" dt="2026-07-24T08:11:53.465" v="109" actId="20577"/>
        <pc:sldMkLst>
          <pc:docMk/>
          <pc:sldMk cId="0" sldId="256"/>
        </pc:sldMkLst>
        <pc:spChg chg="mod">
          <ac:chgData name="" userId="" providerId="" clId="Web-{4D851873-23C1-9F18-0C1B-B87A1C659C3C}" dt="2026-07-24T08:01:56.505" v="0" actId="1076"/>
          <ac:spMkLst>
            <pc:docMk/>
            <pc:sldMk cId="0" sldId="256"/>
            <ac:spMk id="3" creationId="{00000000-0000-0000-0000-000000000000}"/>
          </ac:spMkLst>
        </pc:spChg>
        <pc:spChg chg="mod">
          <ac:chgData name="" userId="" providerId="" clId="Web-{4D851873-23C1-9F18-0C1B-B87A1C659C3C}" dt="2026-07-24T08:02:01.646" v="1" actId="1076"/>
          <ac:spMkLst>
            <pc:docMk/>
            <pc:sldMk cId="0" sldId="256"/>
            <ac:spMk id="4" creationId="{00000000-0000-0000-0000-000000000000}"/>
          </ac:spMkLst>
        </pc:spChg>
        <pc:spChg chg="mod">
          <ac:chgData name="" userId="" providerId="" clId="Web-{4D851873-23C1-9F18-0C1B-B87A1C659C3C}" dt="2026-07-24T08:04:30.398" v="45" actId="14100"/>
          <ac:spMkLst>
            <pc:docMk/>
            <pc:sldMk cId="0" sldId="256"/>
            <ac:spMk id="6" creationId="{00000000-0000-0000-0000-000000000000}"/>
          </ac:spMkLst>
        </pc:spChg>
        <pc:spChg chg="mod">
          <ac:chgData name="" userId="" providerId="" clId="Web-{4D851873-23C1-9F18-0C1B-B87A1C659C3C}" dt="2026-07-24T08:02:38.553" v="14" actId="20577"/>
          <ac:spMkLst>
            <pc:docMk/>
            <pc:sldMk cId="0" sldId="256"/>
            <ac:spMk id="8" creationId="{00000000-0000-0000-0000-000000000000}"/>
          </ac:spMkLst>
        </pc:spChg>
        <pc:spChg chg="mod">
          <ac:chgData name="" userId="" providerId="" clId="Web-{4D851873-23C1-9F18-0C1B-B87A1C659C3C}" dt="2026-07-24T08:02:46.537" v="19" actId="20577"/>
          <ac:spMkLst>
            <pc:docMk/>
            <pc:sldMk cId="0" sldId="256"/>
            <ac:spMk id="9" creationId="{00000000-0000-0000-0000-000000000000}"/>
          </ac:spMkLst>
        </pc:spChg>
        <pc:spChg chg="mod">
          <ac:chgData name="" userId="" providerId="" clId="Web-{4D851873-23C1-9F18-0C1B-B87A1C659C3C}" dt="2026-07-24T08:11:53.465" v="109" actId="20577"/>
          <ac:spMkLst>
            <pc:docMk/>
            <pc:sldMk cId="0" sldId="256"/>
            <ac:spMk id="21" creationId="{00000000-0000-0000-0000-000000000000}"/>
          </ac:spMkLst>
        </pc:spChg>
        <pc:spChg chg="mod">
          <ac:chgData name="" userId="" providerId="" clId="Web-{4D851873-23C1-9F18-0C1B-B87A1C659C3C}" dt="2026-07-24T08:11:27.106" v="94" actId="20577"/>
          <ac:spMkLst>
            <pc:docMk/>
            <pc:sldMk cId="0" sldId="256"/>
            <ac:spMk id="22" creationId="{00000000-0000-0000-0000-000000000000}"/>
          </ac:spMkLst>
        </pc:spChg>
        <pc:picChg chg="add mod">
          <ac:chgData name="" userId="" providerId="" clId="Web-{4D851873-23C1-9F18-0C1B-B87A1C659C3C}" dt="2026-07-24T08:04:37.711" v="48" actId="1076"/>
          <ac:picMkLst>
            <pc:docMk/>
            <pc:sldMk cId="0" sldId="256"/>
            <ac:picMk id="24" creationId="{2823BD2C-20EF-F218-5A9C-C2A82A57ACB1}"/>
          </ac:picMkLst>
        </pc:picChg>
      </pc:sldChg>
      <pc:sldChg chg="addSp delSp">
        <pc:chgData name="" userId="" providerId="" clId="Web-{4D851873-23C1-9F18-0C1B-B87A1C659C3C}" dt="2026-07-24T08:14:23.982" v="143"/>
        <pc:sldMkLst>
          <pc:docMk/>
          <pc:sldMk cId="0" sldId="262"/>
        </pc:sldMkLst>
        <pc:spChg chg="add">
          <ac:chgData name="" userId="" providerId="" clId="Web-{4D851873-23C1-9F18-0C1B-B87A1C659C3C}" dt="2026-07-24T08:14:23.967" v="142"/>
          <ac:spMkLst>
            <pc:docMk/>
            <pc:sldMk cId="0" sldId="262"/>
            <ac:spMk id="32" creationId="{97DEB369-00FD-3A2D-2865-7257A9D648E1}"/>
          </ac:spMkLst>
        </pc:spChg>
        <pc:spChg chg="add">
          <ac:chgData name="" userId="" providerId="" clId="Web-{4D851873-23C1-9F18-0C1B-B87A1C659C3C}" dt="2026-07-24T08:14:23.982" v="143"/>
          <ac:spMkLst>
            <pc:docMk/>
            <pc:sldMk cId="0" sldId="262"/>
            <ac:spMk id="34" creationId="{DB7DAEC0-0C8C-BB37-1E1F-24E8AEBAF03F}"/>
          </ac:spMkLst>
        </pc:spChg>
      </pc:sldChg>
      <pc:sldChg chg="addSp delSp modSp">
        <pc:chgData name="" userId="" providerId="" clId="Web-{4D851873-23C1-9F18-0C1B-B87A1C659C3C}" dt="2026-07-24T08:28:45.475" v="346" actId="20577"/>
        <pc:sldMkLst>
          <pc:docMk/>
          <pc:sldMk cId="0" sldId="265"/>
        </pc:sldMkLst>
        <pc:spChg chg="mod">
          <ac:chgData name="" userId="" providerId="" clId="Web-{4D851873-23C1-9F18-0C1B-B87A1C659C3C}" dt="2026-07-24T08:28:12.584" v="326" actId="20577"/>
          <ac:spMkLst>
            <pc:docMk/>
            <pc:sldMk cId="0" sldId="265"/>
            <ac:spMk id="5" creationId="{00000000-0000-0000-0000-000000000000}"/>
          </ac:spMkLst>
        </pc:spChg>
        <pc:spChg chg="mod">
          <ac:chgData name="" userId="" providerId="" clId="Web-{4D851873-23C1-9F18-0C1B-B87A1C659C3C}" dt="2026-07-24T08:28:37.740" v="338" actId="20577"/>
          <ac:spMkLst>
            <pc:docMk/>
            <pc:sldMk cId="0" sldId="265"/>
            <ac:spMk id="12" creationId="{00000000-0000-0000-0000-000000000000}"/>
          </ac:spMkLst>
        </pc:spChg>
        <pc:spChg chg="mod">
          <ac:chgData name="" userId="" providerId="" clId="Web-{4D851873-23C1-9F18-0C1B-B87A1C659C3C}" dt="2026-07-24T08:28:45.475" v="346" actId="20577"/>
          <ac:spMkLst>
            <pc:docMk/>
            <pc:sldMk cId="0" sldId="265"/>
            <ac:spMk id="20" creationId="{00000000-0000-0000-0000-000000000000}"/>
          </ac:spMkLst>
        </pc:spChg>
        <pc:spChg chg="add">
          <ac:chgData name="" userId="" providerId="" clId="Web-{4D851873-23C1-9F18-0C1B-B87A1C659C3C}" dt="2026-07-24T08:14:52.576" v="154"/>
          <ac:spMkLst>
            <pc:docMk/>
            <pc:sldMk cId="0" sldId="265"/>
            <ac:spMk id="31" creationId="{533250A3-EC37-CD66-D393-B7A9D909B38F}"/>
          </ac:spMkLst>
        </pc:spChg>
        <pc:spChg chg="add">
          <ac:chgData name="" userId="" providerId="" clId="Web-{4D851873-23C1-9F18-0C1B-B87A1C659C3C}" dt="2026-07-24T08:14:52.592" v="155"/>
          <ac:spMkLst>
            <pc:docMk/>
            <pc:sldMk cId="0" sldId="265"/>
            <ac:spMk id="33" creationId="{10916DDC-9326-DCAF-A85D-F276C97CEB69}"/>
          </ac:spMkLst>
        </pc:spChg>
      </pc:sldChg>
      <pc:sldChg chg="addSp delSp">
        <pc:chgData name="" userId="" providerId="" clId="Web-{4D851873-23C1-9F18-0C1B-B87A1C659C3C}" dt="2026-07-24T08:27:00.630" v="290"/>
        <pc:sldMkLst>
          <pc:docMk/>
          <pc:sldMk cId="0" sldId="272"/>
        </pc:sldMkLst>
        <pc:spChg chg="add">
          <ac:chgData name="" userId="" providerId="" clId="Web-{4D851873-23C1-9F18-0C1B-B87A1C659C3C}" dt="2026-07-24T08:27:00.615" v="289"/>
          <ac:spMkLst>
            <pc:docMk/>
            <pc:sldMk cId="0" sldId="272"/>
            <ac:spMk id="28" creationId="{18CBE4A6-EF7E-4794-AA69-42E1AE649533}"/>
          </ac:spMkLst>
        </pc:spChg>
        <pc:spChg chg="add">
          <ac:chgData name="" userId="" providerId="" clId="Web-{4D851873-23C1-9F18-0C1B-B87A1C659C3C}" dt="2026-07-24T08:27:00.630" v="290"/>
          <ac:spMkLst>
            <pc:docMk/>
            <pc:sldMk cId="0" sldId="272"/>
            <ac:spMk id="30" creationId="{03C9B60B-5985-3B30-3E7B-EB96C79FF560}"/>
          </ac:spMkLst>
        </pc:spChg>
      </pc:sldChg>
      <pc:sldChg chg="addSp delSp">
        <pc:chgData name="" userId="" providerId="" clId="Web-{4D851873-23C1-9F18-0C1B-B87A1C659C3C}" dt="2026-07-24T08:26:50.505" v="286"/>
        <pc:sldMkLst>
          <pc:docMk/>
          <pc:sldMk cId="0" sldId="274"/>
        </pc:sldMkLst>
        <pc:spChg chg="add">
          <ac:chgData name="" userId="" providerId="" clId="Web-{4D851873-23C1-9F18-0C1B-B87A1C659C3C}" dt="2026-07-24T08:26:50.489" v="285"/>
          <ac:spMkLst>
            <pc:docMk/>
            <pc:sldMk cId="0" sldId="274"/>
            <ac:spMk id="31" creationId="{F3B55A8A-3A5F-A22B-086D-48662B2E623C}"/>
          </ac:spMkLst>
        </pc:spChg>
        <pc:spChg chg="add">
          <ac:chgData name="" userId="" providerId="" clId="Web-{4D851873-23C1-9F18-0C1B-B87A1C659C3C}" dt="2026-07-24T08:26:50.505" v="286"/>
          <ac:spMkLst>
            <pc:docMk/>
            <pc:sldMk cId="0" sldId="274"/>
            <ac:spMk id="33" creationId="{B1040572-7992-F6E4-F957-AD63C9499634}"/>
          </ac:spMkLst>
        </pc:spChg>
      </pc:sldChg>
      <pc:sldChg chg="addSp delSp">
        <pc:chgData name="" userId="" providerId="" clId="Web-{4D851873-23C1-9F18-0C1B-B87A1C659C3C}" dt="2026-07-24T08:26:24.489" v="272"/>
        <pc:sldMkLst>
          <pc:docMk/>
          <pc:sldMk cId="0" sldId="276"/>
        </pc:sldMkLst>
        <pc:spChg chg="add">
          <ac:chgData name="" userId="" providerId="" clId="Web-{4D851873-23C1-9F18-0C1B-B87A1C659C3C}" dt="2026-07-24T08:26:24.474" v="271"/>
          <ac:spMkLst>
            <pc:docMk/>
            <pc:sldMk cId="0" sldId="276"/>
            <ac:spMk id="28" creationId="{6D345D2A-B11F-4EF4-33AF-5A4A30A2BD03}"/>
          </ac:spMkLst>
        </pc:spChg>
        <pc:spChg chg="add">
          <ac:chgData name="" userId="" providerId="" clId="Web-{4D851873-23C1-9F18-0C1B-B87A1C659C3C}" dt="2026-07-24T08:26:24.489" v="272"/>
          <ac:spMkLst>
            <pc:docMk/>
            <pc:sldMk cId="0" sldId="276"/>
            <ac:spMk id="30" creationId="{BFD3D044-1D5B-FB1F-1AC3-F35E5C706E1F}"/>
          </ac:spMkLst>
        </pc:spChg>
      </pc:sldChg>
      <pc:sldChg chg="addSp delSp modSp">
        <pc:chgData name="" userId="" providerId="" clId="Web-{4D851873-23C1-9F18-0C1B-B87A1C659C3C}" dt="2026-07-24T08:35:51.416" v="575" actId="20577"/>
        <pc:sldMkLst>
          <pc:docMk/>
          <pc:sldMk cId="0" sldId="295"/>
        </pc:sldMkLst>
        <pc:spChg chg="add">
          <ac:chgData name="" userId="" providerId="" clId="Web-{4D851873-23C1-9F18-0C1B-B87A1C659C3C}" dt="2026-07-24T08:21:35.799" v="191"/>
          <ac:spMkLst>
            <pc:docMk/>
            <pc:sldMk cId="0" sldId="295"/>
            <ac:spMk id="31" creationId="{AF4264FF-2C7B-0037-978E-4BE7C2E8220E}"/>
          </ac:spMkLst>
        </pc:spChg>
        <pc:spChg chg="add">
          <ac:chgData name="" userId="" providerId="" clId="Web-{4D851873-23C1-9F18-0C1B-B87A1C659C3C}" dt="2026-07-24T08:21:35.815" v="192"/>
          <ac:spMkLst>
            <pc:docMk/>
            <pc:sldMk cId="0" sldId="295"/>
            <ac:spMk id="33" creationId="{8F6AF612-FFA9-8841-5B14-81D3843403F1}"/>
          </ac:spMkLst>
        </pc:spChg>
        <pc:spChg chg="mod">
          <ac:chgData name="" userId="" providerId="" clId="Web-{4D851873-23C1-9F18-0C1B-B87A1C659C3C}" dt="2026-07-24T08:35:51.416" v="575" actId="20577"/>
          <ac:spMkLst>
            <pc:docMk/>
            <pc:sldMk cId="0" sldId="295"/>
            <ac:spMk id="200688" creationId="{00000000-0000-0000-0000-000000000000}"/>
          </ac:spMkLst>
        </pc:spChg>
      </pc:sldChg>
      <pc:sldChg chg="addSp delSp modSp">
        <pc:chgData name="" userId="" providerId="" clId="Web-{4D851873-23C1-9F18-0C1B-B87A1C659C3C}" dt="2026-07-24T08:20:33.064" v="176"/>
        <pc:sldMkLst>
          <pc:docMk/>
          <pc:sldMk cId="0" sldId="299"/>
        </pc:sldMkLst>
        <pc:spChg chg="mod">
          <ac:chgData name="" userId="" providerId="" clId="Web-{4D851873-23C1-9F18-0C1B-B87A1C659C3C}" dt="2026-07-24T08:19:58.673" v="170" actId="20577"/>
          <ac:spMkLst>
            <pc:docMk/>
            <pc:sldMk cId="0" sldId="299"/>
            <ac:spMk id="12" creationId="{00000000-0000-0000-0000-000000000000}"/>
          </ac:spMkLst>
        </pc:spChg>
        <pc:spChg chg="add">
          <ac:chgData name="" userId="" providerId="" clId="Web-{4D851873-23C1-9F18-0C1B-B87A1C659C3C}" dt="2026-07-24T08:05:01.492" v="51"/>
          <ac:spMkLst>
            <pc:docMk/>
            <pc:sldMk cId="0" sldId="299"/>
            <ac:spMk id="20" creationId="{725A7DE5-795C-3DEA-2A53-62BF9428D3DE}"/>
          </ac:spMkLst>
        </pc:spChg>
        <pc:spChg chg="add">
          <ac:chgData name="" userId="" providerId="" clId="Web-{4D851873-23C1-9F18-0C1B-B87A1C659C3C}" dt="2026-07-24T08:20:33.048" v="175"/>
          <ac:spMkLst>
            <pc:docMk/>
            <pc:sldMk cId="0" sldId="299"/>
            <ac:spMk id="24" creationId="{A2E08507-46ED-7C4D-E8A0-315634EBF73C}"/>
          </ac:spMkLst>
        </pc:spChg>
        <pc:spChg chg="add">
          <ac:chgData name="" userId="" providerId="" clId="Web-{4D851873-23C1-9F18-0C1B-B87A1C659C3C}" dt="2026-07-24T08:20:33.064" v="176"/>
          <ac:spMkLst>
            <pc:docMk/>
            <pc:sldMk cId="0" sldId="299"/>
            <ac:spMk id="26" creationId="{04F8FD37-9E88-DE5D-D0D2-5A90595A1FCC}"/>
          </ac:spMkLst>
        </pc:spChg>
        <pc:spChg chg="mod">
          <ac:chgData name="" userId="" providerId="" clId="Web-{4D851873-23C1-9F18-0C1B-B87A1C659C3C}" dt="2026-07-24T08:06:02.634" v="76" actId="20577"/>
          <ac:spMkLst>
            <pc:docMk/>
            <pc:sldMk cId="0" sldId="299"/>
            <ac:spMk id="200745" creationId="{00000000-0000-0000-0000-000000000000}"/>
          </ac:spMkLst>
        </pc:spChg>
        <pc:spChg chg="mod">
          <ac:chgData name="" userId="" providerId="" clId="Web-{4D851873-23C1-9F18-0C1B-B87A1C659C3C}" dt="2026-07-24T08:06:26.009" v="79" actId="20577"/>
          <ac:spMkLst>
            <pc:docMk/>
            <pc:sldMk cId="0" sldId="299"/>
            <ac:spMk id="200749" creationId="{00000000-0000-0000-0000-000000000000}"/>
          </ac:spMkLst>
        </pc:spChg>
        <pc:spChg chg="mod">
          <ac:chgData name="" userId="" providerId="" clId="Web-{4D851873-23C1-9F18-0C1B-B87A1C659C3C}" dt="2026-07-24T08:06:35.431" v="88" actId="20577"/>
          <ac:spMkLst>
            <pc:docMk/>
            <pc:sldMk cId="0" sldId="299"/>
            <ac:spMk id="200753" creationId="{00000000-0000-0000-0000-000000000000}"/>
          </ac:spMkLst>
        </pc:spChg>
        <pc:picChg chg="add">
          <ac:chgData name="" userId="" providerId="" clId="Web-{4D851873-23C1-9F18-0C1B-B87A1C659C3C}" dt="2026-07-24T08:05:01.524" v="52"/>
          <ac:picMkLst>
            <pc:docMk/>
            <pc:sldMk cId="0" sldId="299"/>
            <ac:picMk id="22" creationId="{D78272CB-0DCD-B4BA-47B2-303F030EE180}"/>
          </ac:picMkLst>
        </pc:picChg>
      </pc:sldChg>
    </pc:docChg>
  </pc:docChgLst>
  <pc:docChgLst>
    <pc:chgData name="Technology Payyantra" userId="S::technology@payyantra.com::9e486473-e982-463d-841a-6ac17efdccf4" providerId="AD" clId="Web-{92AF9626-BA2C-A26D-68CD-43220FB4CD29}"/>
    <pc:docChg chg="modSld">
      <pc:chgData name="Technology Payyantra" userId="S::technology@payyantra.com::9e486473-e982-463d-841a-6ac17efdccf4" providerId="AD" clId="Web-{92AF9626-BA2C-A26D-68CD-43220FB4CD29}" dt="2026-07-30T03:54:13.922" v="0"/>
      <pc:docMkLst>
        <pc:docMk/>
      </pc:docMkLst>
      <pc:sldChg chg="modSp">
        <pc:chgData name="Technology Payyantra" userId="S::technology@payyantra.com::9e486473-e982-463d-841a-6ac17efdccf4" providerId="AD" clId="Web-{92AF9626-BA2C-A26D-68CD-43220FB4CD29}" dt="2026-07-30T03:54:13.922" v="0"/>
        <pc:sldMkLst>
          <pc:docMk/>
          <pc:sldMk cId="0" sldId="256"/>
        </pc:sldMkLst>
        <pc:spChg chg="mod">
          <ac:chgData name="Technology Payyantra" userId="S::technology@payyantra.com::9e486473-e982-463d-841a-6ac17efdccf4" providerId="AD" clId="Web-{92AF9626-BA2C-A26D-68CD-43220FB4CD29}" dt="2026-07-30T03:54:13.922" v="0"/>
          <ac:spMkLst>
            <pc:docMk/>
            <pc:sldMk cId="0" sldId="256"/>
            <ac:spMk id="11" creationId="{00000000-0000-0000-0000-000000000000}"/>
          </ac:spMkLst>
        </pc:spChg>
        <pc:spChg chg="mod">
          <ac:chgData name="Technology Payyantra" userId="S::technology@payyantra.com::9e486473-e982-463d-841a-6ac17efdccf4" providerId="AD" clId="Web-{92AF9626-BA2C-A26D-68CD-43220FB4CD29}" dt="2026-07-30T03:54:13.922" v="0"/>
          <ac:spMkLst>
            <pc:docMk/>
            <pc:sldMk cId="0" sldId="256"/>
            <ac:spMk id="12" creationId="{00000000-0000-0000-0000-000000000000}"/>
          </ac:spMkLst>
        </pc:spChg>
      </pc:sldChg>
      <pc:sldChg chg="modSp">
        <pc:chgData name="Technology Payyantra" userId="S::technology@payyantra.com::9e486473-e982-463d-841a-6ac17efdccf4" providerId="AD" clId="Web-{92AF9626-BA2C-A26D-68CD-43220FB4CD29}" dt="2026-07-30T03:54:13.922" v="0"/>
        <pc:sldMkLst>
          <pc:docMk/>
          <pc:sldMk cId="0" sldId="262"/>
        </pc:sldMkLst>
        <pc:spChg chg="mod">
          <ac:chgData name="Technology Payyantra" userId="S::technology@payyantra.com::9e486473-e982-463d-841a-6ac17efdccf4" providerId="AD" clId="Web-{92AF9626-BA2C-A26D-68CD-43220FB4CD29}" dt="2026-07-30T03:54:13.922" v="0"/>
          <ac:spMkLst>
            <pc:docMk/>
            <pc:sldMk cId="0" sldId="262"/>
            <ac:spMk id="7" creationId="{00000000-0000-0000-0000-000000000000}"/>
          </ac:spMkLst>
        </pc:spChg>
      </pc:sldChg>
      <pc:sldChg chg="modSp">
        <pc:chgData name="Technology Payyantra" userId="S::technology@payyantra.com::9e486473-e982-463d-841a-6ac17efdccf4" providerId="AD" clId="Web-{92AF9626-BA2C-A26D-68CD-43220FB4CD29}" dt="2026-07-30T03:54:13.922" v="0"/>
        <pc:sldMkLst>
          <pc:docMk/>
          <pc:sldMk cId="0" sldId="265"/>
        </pc:sldMkLst>
        <pc:spChg chg="mod">
          <ac:chgData name="Technology Payyantra" userId="S::technology@payyantra.com::9e486473-e982-463d-841a-6ac17efdccf4" providerId="AD" clId="Web-{92AF9626-BA2C-A26D-68CD-43220FB4CD29}" dt="2026-07-30T03:54:13.922" v="0"/>
          <ac:spMkLst>
            <pc:docMk/>
            <pc:sldMk cId="0" sldId="265"/>
            <ac:spMk id="12" creationId="{00000000-0000-0000-0000-000000000000}"/>
          </ac:spMkLst>
        </pc:spChg>
        <pc:spChg chg="mod">
          <ac:chgData name="Technology Payyantra" userId="S::technology@payyantra.com::9e486473-e982-463d-841a-6ac17efdccf4" providerId="AD" clId="Web-{92AF9626-BA2C-A26D-68CD-43220FB4CD29}" dt="2026-07-30T03:54:13.922" v="0"/>
          <ac:spMkLst>
            <pc:docMk/>
            <pc:sldMk cId="0" sldId="265"/>
            <ac:spMk id="200144" creationId="{00000000-0000-0000-0000-000000000000}"/>
          </ac:spMkLst>
        </pc:spChg>
      </pc:sldChg>
      <pc:sldChg chg="modSp">
        <pc:chgData name="Technology Payyantra" userId="S::technology@payyantra.com::9e486473-e982-463d-841a-6ac17efdccf4" providerId="AD" clId="Web-{92AF9626-BA2C-A26D-68CD-43220FB4CD29}" dt="2026-07-30T03:54:13.922" v="0"/>
        <pc:sldMkLst>
          <pc:docMk/>
          <pc:sldMk cId="0" sldId="295"/>
        </pc:sldMkLst>
        <pc:spChg chg="mod">
          <ac:chgData name="Technology Payyantra" userId="S::technology@payyantra.com::9e486473-e982-463d-841a-6ac17efdccf4" providerId="AD" clId="Web-{92AF9626-BA2C-A26D-68CD-43220FB4CD29}" dt="2026-07-30T03:54:13.922" v="0"/>
          <ac:spMkLst>
            <pc:docMk/>
            <pc:sldMk cId="0" sldId="295"/>
            <ac:spMk id="6" creationId="{00000000-0000-0000-0000-000000000000}"/>
          </ac:spMkLst>
        </pc:spChg>
        <pc:spChg chg="mod">
          <ac:chgData name="Technology Payyantra" userId="S::technology@payyantra.com::9e486473-e982-463d-841a-6ac17efdccf4" providerId="AD" clId="Web-{92AF9626-BA2C-A26D-68CD-43220FB4CD29}" dt="2026-07-30T03:54:13.922" v="0"/>
          <ac:spMkLst>
            <pc:docMk/>
            <pc:sldMk cId="0" sldId="295"/>
            <ac:spMk id="26" creationId="{E944364F-2786-6144-4C37-D9CA4ED91140}"/>
          </ac:spMkLst>
        </pc:spChg>
        <pc:spChg chg="mod">
          <ac:chgData name="Technology Payyantra" userId="S::technology@payyantra.com::9e486473-e982-463d-841a-6ac17efdccf4" providerId="AD" clId="Web-{92AF9626-BA2C-A26D-68CD-43220FB4CD29}" dt="2026-07-30T03:54:13.922" v="0"/>
          <ac:spMkLst>
            <pc:docMk/>
            <pc:sldMk cId="0" sldId="295"/>
            <ac:spMk id="200664" creationId="{00000000-0000-0000-0000-000000000000}"/>
          </ac:spMkLst>
        </pc:spChg>
        <pc:spChg chg="mod">
          <ac:chgData name="Technology Payyantra" userId="S::technology@payyantra.com::9e486473-e982-463d-841a-6ac17efdccf4" providerId="AD" clId="Web-{92AF9626-BA2C-A26D-68CD-43220FB4CD29}" dt="2026-07-30T03:54:13.922" v="0"/>
          <ac:spMkLst>
            <pc:docMk/>
            <pc:sldMk cId="0" sldId="295"/>
            <ac:spMk id="200669" creationId="{00000000-0000-0000-0000-000000000000}"/>
          </ac:spMkLst>
        </pc:spChg>
      </pc:sldChg>
      <pc:sldChg chg="modSp">
        <pc:chgData name="Technology Payyantra" userId="S::technology@payyantra.com::9e486473-e982-463d-841a-6ac17efdccf4" providerId="AD" clId="Web-{92AF9626-BA2C-A26D-68CD-43220FB4CD29}" dt="2026-07-30T03:54:13.922" v="0"/>
        <pc:sldMkLst>
          <pc:docMk/>
          <pc:sldMk cId="0" sldId="299"/>
        </pc:sldMkLst>
        <pc:spChg chg="mod">
          <ac:chgData name="Technology Payyantra" userId="S::technology@payyantra.com::9e486473-e982-463d-841a-6ac17efdccf4" providerId="AD" clId="Web-{92AF9626-BA2C-A26D-68CD-43220FB4CD29}" dt="2026-07-30T03:54:13.922" v="0"/>
          <ac:spMkLst>
            <pc:docMk/>
            <pc:sldMk cId="0" sldId="299"/>
            <ac:spMk id="9" creationId="{00000000-0000-0000-0000-000000000000}"/>
          </ac:spMkLst>
        </pc:spChg>
      </pc:sldChg>
    </pc:docChg>
  </pc:docChgLst>
  <pc:docChgLst>
    <pc:chgData name="Technology Payyantra" userId="S::technology@payyantra.com::9e486473-e982-463d-841a-6ac17efdccf4" providerId="AD" clId="Web-{60423877-02C5-5504-C9B7-0E998AA4F80A}"/>
    <pc:docChg chg="modSld">
      <pc:chgData name="Technology Payyantra" userId="S::technology@payyantra.com::9e486473-e982-463d-841a-6ac17efdccf4" providerId="AD" clId="Web-{60423877-02C5-5504-C9B7-0E998AA4F80A}" dt="2026-07-30T04:05:48.604" v="90" actId="20577"/>
      <pc:docMkLst>
        <pc:docMk/>
      </pc:docMkLst>
      <pc:sldChg chg="delSp modSp">
        <pc:chgData name="Technology Payyantra" userId="S::technology@payyantra.com::9e486473-e982-463d-841a-6ac17efdccf4" providerId="AD" clId="Web-{60423877-02C5-5504-C9B7-0E998AA4F80A}" dt="2026-07-30T03:57:49.878" v="1"/>
        <pc:sldMkLst>
          <pc:docMk/>
          <pc:sldMk cId="0" sldId="256"/>
        </pc:sldMkLst>
        <pc:spChg chg="mod">
          <ac:chgData name="Technology Payyantra" userId="S::technology@payyantra.com::9e486473-e982-463d-841a-6ac17efdccf4" providerId="AD" clId="Web-{60423877-02C5-5504-C9B7-0E998AA4F80A}" dt="2026-07-30T03:57:27.191" v="0" actId="14100"/>
          <ac:spMkLst>
            <pc:docMk/>
            <pc:sldMk cId="0" sldId="256"/>
            <ac:spMk id="15" creationId="{00000000-0000-0000-0000-000000000000}"/>
          </ac:spMkLst>
        </pc:spChg>
      </pc:sldChg>
      <pc:sldChg chg="modSp">
        <pc:chgData name="Technology Payyantra" userId="S::technology@payyantra.com::9e486473-e982-463d-841a-6ac17efdccf4" providerId="AD" clId="Web-{60423877-02C5-5504-C9B7-0E998AA4F80A}" dt="2026-07-30T04:05:48.604" v="90" actId="20577"/>
        <pc:sldMkLst>
          <pc:docMk/>
          <pc:sldMk cId="0" sldId="272"/>
        </pc:sldMkLst>
        <pc:spChg chg="mod">
          <ac:chgData name="Technology Payyantra" userId="S::technology@payyantra.com::9e486473-e982-463d-841a-6ac17efdccf4" providerId="AD" clId="Web-{60423877-02C5-5504-C9B7-0E998AA4F80A}" dt="2026-07-30T04:04:13.541" v="76" actId="20577"/>
          <ac:spMkLst>
            <pc:docMk/>
            <pc:sldMk cId="0" sldId="272"/>
            <ac:spMk id="6" creationId="{00000000-0000-0000-0000-000000000000}"/>
          </ac:spMkLst>
        </pc:spChg>
        <pc:spChg chg="mod">
          <ac:chgData name="Technology Payyantra" userId="S::technology@payyantra.com::9e486473-e982-463d-841a-6ac17efdccf4" providerId="AD" clId="Web-{60423877-02C5-5504-C9B7-0E998AA4F80A}" dt="2026-07-30T04:03:48.963" v="74" actId="1076"/>
          <ac:spMkLst>
            <pc:docMk/>
            <pc:sldMk cId="0" sldId="272"/>
            <ac:spMk id="7" creationId="{00000000-0000-0000-0000-000000000000}"/>
          </ac:spMkLst>
        </pc:spChg>
        <pc:spChg chg="mod">
          <ac:chgData name="Technology Payyantra" userId="S::technology@payyantra.com::9e486473-e982-463d-841a-6ac17efdccf4" providerId="AD" clId="Web-{60423877-02C5-5504-C9B7-0E998AA4F80A}" dt="2026-07-30T04:03:41.025" v="34" actId="1076"/>
          <ac:spMkLst>
            <pc:docMk/>
            <pc:sldMk cId="0" sldId="272"/>
            <ac:spMk id="12" creationId="{00000000-0000-0000-0000-000000000000}"/>
          </ac:spMkLst>
        </pc:spChg>
        <pc:spChg chg="mod">
          <ac:chgData name="Technology Payyantra" userId="S::technology@payyantra.com::9e486473-e982-463d-841a-6ac17efdccf4" providerId="AD" clId="Web-{60423877-02C5-5504-C9B7-0E998AA4F80A}" dt="2026-07-30T04:03:41.057" v="35" actId="1076"/>
          <ac:spMkLst>
            <pc:docMk/>
            <pc:sldMk cId="0" sldId="272"/>
            <ac:spMk id="13" creationId="{00000000-0000-0000-0000-000000000000}"/>
          </ac:spMkLst>
        </pc:spChg>
        <pc:spChg chg="mod">
          <ac:chgData name="Technology Payyantra" userId="S::technology@payyantra.com::9e486473-e982-463d-841a-6ac17efdccf4" providerId="AD" clId="Web-{60423877-02C5-5504-C9B7-0E998AA4F80A}" dt="2026-07-30T04:03:41.072" v="36" actId="1076"/>
          <ac:spMkLst>
            <pc:docMk/>
            <pc:sldMk cId="0" sldId="272"/>
            <ac:spMk id="14" creationId="{00000000-0000-0000-0000-000000000000}"/>
          </ac:spMkLst>
        </pc:spChg>
        <pc:spChg chg="mod">
          <ac:chgData name="Technology Payyantra" userId="S::technology@payyantra.com::9e486473-e982-463d-841a-6ac17efdccf4" providerId="AD" clId="Web-{60423877-02C5-5504-C9B7-0E998AA4F80A}" dt="2026-07-30T04:03:41.088" v="37" actId="1076"/>
          <ac:spMkLst>
            <pc:docMk/>
            <pc:sldMk cId="0" sldId="272"/>
            <ac:spMk id="15" creationId="{00000000-0000-0000-0000-000000000000}"/>
          </ac:spMkLst>
        </pc:spChg>
        <pc:spChg chg="mod">
          <ac:chgData name="Technology Payyantra" userId="S::technology@payyantra.com::9e486473-e982-463d-841a-6ac17efdccf4" providerId="AD" clId="Web-{60423877-02C5-5504-C9B7-0E998AA4F80A}" dt="2026-07-30T04:03:41.103" v="39" actId="1076"/>
          <ac:spMkLst>
            <pc:docMk/>
            <pc:sldMk cId="0" sldId="272"/>
            <ac:spMk id="200242" creationId="{00000000-0000-0000-0000-000000000000}"/>
          </ac:spMkLst>
        </pc:spChg>
        <pc:spChg chg="mod">
          <ac:chgData name="Technology Payyantra" userId="S::technology@payyantra.com::9e486473-e982-463d-841a-6ac17efdccf4" providerId="AD" clId="Web-{60423877-02C5-5504-C9B7-0E998AA4F80A}" dt="2026-07-30T04:03:41.119" v="40" actId="1076"/>
          <ac:spMkLst>
            <pc:docMk/>
            <pc:sldMk cId="0" sldId="272"/>
            <ac:spMk id="200243" creationId="{00000000-0000-0000-0000-000000000000}"/>
          </ac:spMkLst>
        </pc:spChg>
        <pc:spChg chg="mod">
          <ac:chgData name="Technology Payyantra" userId="S::technology@payyantra.com::9e486473-e982-463d-841a-6ac17efdccf4" providerId="AD" clId="Web-{60423877-02C5-5504-C9B7-0E998AA4F80A}" dt="2026-07-30T04:03:41.150" v="41" actId="1076"/>
          <ac:spMkLst>
            <pc:docMk/>
            <pc:sldMk cId="0" sldId="272"/>
            <ac:spMk id="200244" creationId="{00000000-0000-0000-0000-000000000000}"/>
          </ac:spMkLst>
        </pc:spChg>
        <pc:spChg chg="mod">
          <ac:chgData name="Technology Payyantra" userId="S::technology@payyantra.com::9e486473-e982-463d-841a-6ac17efdccf4" providerId="AD" clId="Web-{60423877-02C5-5504-C9B7-0E998AA4F80A}" dt="2026-07-30T04:03:41.166" v="42" actId="1076"/>
          <ac:spMkLst>
            <pc:docMk/>
            <pc:sldMk cId="0" sldId="272"/>
            <ac:spMk id="200245" creationId="{00000000-0000-0000-0000-000000000000}"/>
          </ac:spMkLst>
        </pc:spChg>
        <pc:spChg chg="mod">
          <ac:chgData name="Technology Payyantra" userId="S::technology@payyantra.com::9e486473-e982-463d-841a-6ac17efdccf4" providerId="AD" clId="Web-{60423877-02C5-5504-C9B7-0E998AA4F80A}" dt="2026-07-30T04:03:41.166" v="43" actId="1076"/>
          <ac:spMkLst>
            <pc:docMk/>
            <pc:sldMk cId="0" sldId="272"/>
            <ac:spMk id="200246" creationId="{00000000-0000-0000-0000-000000000000}"/>
          </ac:spMkLst>
        </pc:spChg>
        <pc:spChg chg="mod">
          <ac:chgData name="Technology Payyantra" userId="S::technology@payyantra.com::9e486473-e982-463d-841a-6ac17efdccf4" providerId="AD" clId="Web-{60423877-02C5-5504-C9B7-0E998AA4F80A}" dt="2026-07-30T04:03:41.197" v="45" actId="1076"/>
          <ac:spMkLst>
            <pc:docMk/>
            <pc:sldMk cId="0" sldId="272"/>
            <ac:spMk id="200247" creationId="{00000000-0000-0000-0000-000000000000}"/>
          </ac:spMkLst>
        </pc:spChg>
        <pc:spChg chg="mod">
          <ac:chgData name="Technology Payyantra" userId="S::technology@payyantra.com::9e486473-e982-463d-841a-6ac17efdccf4" providerId="AD" clId="Web-{60423877-02C5-5504-C9B7-0E998AA4F80A}" dt="2026-07-30T04:03:41.213" v="46" actId="1076"/>
          <ac:spMkLst>
            <pc:docMk/>
            <pc:sldMk cId="0" sldId="272"/>
            <ac:spMk id="200248" creationId="{00000000-0000-0000-0000-000000000000}"/>
          </ac:spMkLst>
        </pc:spChg>
        <pc:spChg chg="mod">
          <ac:chgData name="Technology Payyantra" userId="S::technology@payyantra.com::9e486473-e982-463d-841a-6ac17efdccf4" providerId="AD" clId="Web-{60423877-02C5-5504-C9B7-0E998AA4F80A}" dt="2026-07-30T04:03:41.244" v="47" actId="1076"/>
          <ac:spMkLst>
            <pc:docMk/>
            <pc:sldMk cId="0" sldId="272"/>
            <ac:spMk id="200249" creationId="{00000000-0000-0000-0000-000000000000}"/>
          </ac:spMkLst>
        </pc:spChg>
        <pc:spChg chg="mod">
          <ac:chgData name="Technology Payyantra" userId="S::technology@payyantra.com::9e486473-e982-463d-841a-6ac17efdccf4" providerId="AD" clId="Web-{60423877-02C5-5504-C9B7-0E998AA4F80A}" dt="2026-07-30T04:03:41.244" v="48" actId="1076"/>
          <ac:spMkLst>
            <pc:docMk/>
            <pc:sldMk cId="0" sldId="272"/>
            <ac:spMk id="200250" creationId="{00000000-0000-0000-0000-000000000000}"/>
          </ac:spMkLst>
        </pc:spChg>
        <pc:spChg chg="mod">
          <ac:chgData name="Technology Payyantra" userId="S::technology@payyantra.com::9e486473-e982-463d-841a-6ac17efdccf4" providerId="AD" clId="Web-{60423877-02C5-5504-C9B7-0E998AA4F80A}" dt="2026-07-30T04:03:41.260" v="49" actId="1076"/>
          <ac:spMkLst>
            <pc:docMk/>
            <pc:sldMk cId="0" sldId="272"/>
            <ac:spMk id="200251" creationId="{00000000-0000-0000-0000-000000000000}"/>
          </ac:spMkLst>
        </pc:spChg>
        <pc:spChg chg="mod">
          <ac:chgData name="Technology Payyantra" userId="S::technology@payyantra.com::9e486473-e982-463d-841a-6ac17efdccf4" providerId="AD" clId="Web-{60423877-02C5-5504-C9B7-0E998AA4F80A}" dt="2026-07-30T04:03:41.291" v="51" actId="1076"/>
          <ac:spMkLst>
            <pc:docMk/>
            <pc:sldMk cId="0" sldId="272"/>
            <ac:spMk id="200252" creationId="{00000000-0000-0000-0000-000000000000}"/>
          </ac:spMkLst>
        </pc:spChg>
        <pc:spChg chg="mod">
          <ac:chgData name="Technology Payyantra" userId="S::technology@payyantra.com::9e486473-e982-463d-841a-6ac17efdccf4" providerId="AD" clId="Web-{60423877-02C5-5504-C9B7-0E998AA4F80A}" dt="2026-07-30T04:03:41.307" v="52" actId="1076"/>
          <ac:spMkLst>
            <pc:docMk/>
            <pc:sldMk cId="0" sldId="272"/>
            <ac:spMk id="200253" creationId="{00000000-0000-0000-0000-000000000000}"/>
          </ac:spMkLst>
        </pc:spChg>
        <pc:spChg chg="mod">
          <ac:chgData name="Technology Payyantra" userId="S::technology@payyantra.com::9e486473-e982-463d-841a-6ac17efdccf4" providerId="AD" clId="Web-{60423877-02C5-5504-C9B7-0E998AA4F80A}" dt="2026-07-30T04:03:41.322" v="53" actId="1076"/>
          <ac:spMkLst>
            <pc:docMk/>
            <pc:sldMk cId="0" sldId="272"/>
            <ac:spMk id="200254" creationId="{00000000-0000-0000-0000-000000000000}"/>
          </ac:spMkLst>
        </pc:spChg>
        <pc:spChg chg="mod">
          <ac:chgData name="Technology Payyantra" userId="S::technology@payyantra.com::9e486473-e982-463d-841a-6ac17efdccf4" providerId="AD" clId="Web-{60423877-02C5-5504-C9B7-0E998AA4F80A}" dt="2026-07-30T04:03:41.338" v="54" actId="1076"/>
          <ac:spMkLst>
            <pc:docMk/>
            <pc:sldMk cId="0" sldId="272"/>
            <ac:spMk id="200255" creationId="{00000000-0000-0000-0000-000000000000}"/>
          </ac:spMkLst>
        </pc:spChg>
        <pc:spChg chg="mod">
          <ac:chgData name="Technology Payyantra" userId="S::technology@payyantra.com::9e486473-e982-463d-841a-6ac17efdccf4" providerId="AD" clId="Web-{60423877-02C5-5504-C9B7-0E998AA4F80A}" dt="2026-07-30T04:03:41.353" v="55" actId="1076"/>
          <ac:spMkLst>
            <pc:docMk/>
            <pc:sldMk cId="0" sldId="272"/>
            <ac:spMk id="200256" creationId="{00000000-0000-0000-0000-000000000000}"/>
          </ac:spMkLst>
        </pc:spChg>
        <pc:spChg chg="mod">
          <ac:chgData name="Technology Payyantra" userId="S::technology@payyantra.com::9e486473-e982-463d-841a-6ac17efdccf4" providerId="AD" clId="Web-{60423877-02C5-5504-C9B7-0E998AA4F80A}" dt="2026-07-30T04:03:41.385" v="57" actId="1076"/>
          <ac:spMkLst>
            <pc:docMk/>
            <pc:sldMk cId="0" sldId="272"/>
            <ac:spMk id="200257" creationId="{00000000-0000-0000-0000-000000000000}"/>
          </ac:spMkLst>
        </pc:spChg>
        <pc:spChg chg="mod">
          <ac:chgData name="Technology Payyantra" userId="S::technology@payyantra.com::9e486473-e982-463d-841a-6ac17efdccf4" providerId="AD" clId="Web-{60423877-02C5-5504-C9B7-0E998AA4F80A}" dt="2026-07-30T04:03:41.400" v="58" actId="1076"/>
          <ac:spMkLst>
            <pc:docMk/>
            <pc:sldMk cId="0" sldId="272"/>
            <ac:spMk id="200258" creationId="{00000000-0000-0000-0000-000000000000}"/>
          </ac:spMkLst>
        </pc:spChg>
        <pc:spChg chg="mod">
          <ac:chgData name="Technology Payyantra" userId="S::technology@payyantra.com::9e486473-e982-463d-841a-6ac17efdccf4" providerId="AD" clId="Web-{60423877-02C5-5504-C9B7-0E998AA4F80A}" dt="2026-07-30T04:03:41.416" v="59" actId="1076"/>
          <ac:spMkLst>
            <pc:docMk/>
            <pc:sldMk cId="0" sldId="272"/>
            <ac:spMk id="200259" creationId="{00000000-0000-0000-0000-000000000000}"/>
          </ac:spMkLst>
        </pc:spChg>
        <pc:spChg chg="mod">
          <ac:chgData name="Technology Payyantra" userId="S::technology@payyantra.com::9e486473-e982-463d-841a-6ac17efdccf4" providerId="AD" clId="Web-{60423877-02C5-5504-C9B7-0E998AA4F80A}" dt="2026-07-30T04:03:41.432" v="60" actId="1076"/>
          <ac:spMkLst>
            <pc:docMk/>
            <pc:sldMk cId="0" sldId="272"/>
            <ac:spMk id="200260" creationId="{00000000-0000-0000-0000-000000000000}"/>
          </ac:spMkLst>
        </pc:spChg>
        <pc:spChg chg="mod">
          <ac:chgData name="Technology Payyantra" userId="S::technology@payyantra.com::9e486473-e982-463d-841a-6ac17efdccf4" providerId="AD" clId="Web-{60423877-02C5-5504-C9B7-0E998AA4F80A}" dt="2026-07-30T04:03:41.478" v="62" actId="1076"/>
          <ac:spMkLst>
            <pc:docMk/>
            <pc:sldMk cId="0" sldId="272"/>
            <ac:spMk id="200261" creationId="{00000000-0000-0000-0000-000000000000}"/>
          </ac:spMkLst>
        </pc:spChg>
        <pc:spChg chg="mod">
          <ac:chgData name="Technology Payyantra" userId="S::technology@payyantra.com::9e486473-e982-463d-841a-6ac17efdccf4" providerId="AD" clId="Web-{60423877-02C5-5504-C9B7-0E998AA4F80A}" dt="2026-07-30T04:03:41.494" v="63" actId="1076"/>
          <ac:spMkLst>
            <pc:docMk/>
            <pc:sldMk cId="0" sldId="272"/>
            <ac:spMk id="200262" creationId="{00000000-0000-0000-0000-000000000000}"/>
          </ac:spMkLst>
        </pc:spChg>
        <pc:spChg chg="mod">
          <ac:chgData name="Technology Payyantra" userId="S::technology@payyantra.com::9e486473-e982-463d-841a-6ac17efdccf4" providerId="AD" clId="Web-{60423877-02C5-5504-C9B7-0E998AA4F80A}" dt="2026-07-30T04:03:41.510" v="64" actId="1076"/>
          <ac:spMkLst>
            <pc:docMk/>
            <pc:sldMk cId="0" sldId="272"/>
            <ac:spMk id="200263" creationId="{00000000-0000-0000-0000-000000000000}"/>
          </ac:spMkLst>
        </pc:spChg>
        <pc:spChg chg="mod">
          <ac:chgData name="Technology Payyantra" userId="S::technology@payyantra.com::9e486473-e982-463d-841a-6ac17efdccf4" providerId="AD" clId="Web-{60423877-02C5-5504-C9B7-0E998AA4F80A}" dt="2026-07-30T04:03:41.525" v="65" actId="1076"/>
          <ac:spMkLst>
            <pc:docMk/>
            <pc:sldMk cId="0" sldId="272"/>
            <ac:spMk id="200264" creationId="{00000000-0000-0000-0000-000000000000}"/>
          </ac:spMkLst>
        </pc:spChg>
        <pc:spChg chg="mod">
          <ac:chgData name="Technology Payyantra" userId="S::technology@payyantra.com::9e486473-e982-463d-841a-6ac17efdccf4" providerId="AD" clId="Web-{60423877-02C5-5504-C9B7-0E998AA4F80A}" dt="2026-07-30T04:03:41.541" v="66" actId="1076"/>
          <ac:spMkLst>
            <pc:docMk/>
            <pc:sldMk cId="0" sldId="272"/>
            <ac:spMk id="200266" creationId="{00000000-0000-0000-0000-000000000000}"/>
          </ac:spMkLst>
        </pc:spChg>
        <pc:spChg chg="mod">
          <ac:chgData name="Technology Payyantra" userId="S::technology@payyantra.com::9e486473-e982-463d-841a-6ac17efdccf4" providerId="AD" clId="Web-{60423877-02C5-5504-C9B7-0E998AA4F80A}" dt="2026-07-30T04:03:41.557" v="67" actId="1076"/>
          <ac:spMkLst>
            <pc:docMk/>
            <pc:sldMk cId="0" sldId="272"/>
            <ac:spMk id="200267" creationId="{00000000-0000-0000-0000-000000000000}"/>
          </ac:spMkLst>
        </pc:spChg>
        <pc:spChg chg="mod">
          <ac:chgData name="Technology Payyantra" userId="S::technology@payyantra.com::9e486473-e982-463d-841a-6ac17efdccf4" providerId="AD" clId="Web-{60423877-02C5-5504-C9B7-0E998AA4F80A}" dt="2026-07-30T04:03:41.572" v="68" actId="1076"/>
          <ac:spMkLst>
            <pc:docMk/>
            <pc:sldMk cId="0" sldId="272"/>
            <ac:spMk id="200268" creationId="{00000000-0000-0000-0000-000000000000}"/>
          </ac:spMkLst>
        </pc:spChg>
        <pc:spChg chg="mod">
          <ac:chgData name="Technology Payyantra" userId="S::technology@payyantra.com::9e486473-e982-463d-841a-6ac17efdccf4" providerId="AD" clId="Web-{60423877-02C5-5504-C9B7-0E998AA4F80A}" dt="2026-07-30T04:03:41.588" v="69" actId="1076"/>
          <ac:spMkLst>
            <pc:docMk/>
            <pc:sldMk cId="0" sldId="272"/>
            <ac:spMk id="200269" creationId="{00000000-0000-0000-0000-000000000000}"/>
          </ac:spMkLst>
        </pc:spChg>
        <pc:spChg chg="mod">
          <ac:chgData name="Technology Payyantra" userId="S::technology@payyantra.com::9e486473-e982-463d-841a-6ac17efdccf4" providerId="AD" clId="Web-{60423877-02C5-5504-C9B7-0E998AA4F80A}" dt="2026-07-30T04:05:48.604" v="90" actId="20577"/>
          <ac:spMkLst>
            <pc:docMk/>
            <pc:sldMk cId="0" sldId="272"/>
            <ac:spMk id="200270" creationId="{00000000-0000-0000-0000-000000000000}"/>
          </ac:spMkLst>
        </pc:spChg>
        <pc:spChg chg="mod">
          <ac:chgData name="Technology Payyantra" userId="S::technology@payyantra.com::9e486473-e982-463d-841a-6ac17efdccf4" providerId="AD" clId="Web-{60423877-02C5-5504-C9B7-0E998AA4F80A}" dt="2026-07-30T04:03:41.619" v="71" actId="1076"/>
          <ac:spMkLst>
            <pc:docMk/>
            <pc:sldMk cId="0" sldId="272"/>
            <ac:spMk id="200993" creationId="{00000000-0000-0000-0000-000000000000}"/>
          </ac:spMkLst>
        </pc:spChg>
        <pc:grpChg chg="mod">
          <ac:chgData name="Technology Payyantra" userId="S::technology@payyantra.com::9e486473-e982-463d-841a-6ac17efdccf4" providerId="AD" clId="Web-{60423877-02C5-5504-C9B7-0E998AA4F80A}" dt="2026-07-30T04:03:41.182" v="44" actId="1076"/>
          <ac:grpSpMkLst>
            <pc:docMk/>
            <pc:sldMk cId="0" sldId="272"/>
            <ac:grpSpMk id="16" creationId="{00000000-0000-0000-0000-000000000000}"/>
          </ac:grpSpMkLst>
        </pc:grpChg>
        <pc:grpChg chg="mod">
          <ac:chgData name="Technology Payyantra" userId="S::technology@payyantra.com::9e486473-e982-463d-841a-6ac17efdccf4" providerId="AD" clId="Web-{60423877-02C5-5504-C9B7-0E998AA4F80A}" dt="2026-07-30T04:03:41.275" v="50" actId="1076"/>
          <ac:grpSpMkLst>
            <pc:docMk/>
            <pc:sldMk cId="0" sldId="272"/>
            <ac:grpSpMk id="19" creationId="{00000000-0000-0000-0000-000000000000}"/>
          </ac:grpSpMkLst>
        </pc:grpChg>
        <pc:grpChg chg="mod">
          <ac:chgData name="Technology Payyantra" userId="S::technology@payyantra.com::9e486473-e982-463d-841a-6ac17efdccf4" providerId="AD" clId="Web-{60423877-02C5-5504-C9B7-0E998AA4F80A}" dt="2026-07-30T04:03:41.369" v="56" actId="1076"/>
          <ac:grpSpMkLst>
            <pc:docMk/>
            <pc:sldMk cId="0" sldId="272"/>
            <ac:grpSpMk id="21" creationId="{00000000-0000-0000-0000-000000000000}"/>
          </ac:grpSpMkLst>
        </pc:grpChg>
        <pc:grpChg chg="mod">
          <ac:chgData name="Technology Payyantra" userId="S::technology@payyantra.com::9e486473-e982-463d-841a-6ac17efdccf4" providerId="AD" clId="Web-{60423877-02C5-5504-C9B7-0E998AA4F80A}" dt="2026-07-30T04:03:41.463" v="61" actId="1076"/>
          <ac:grpSpMkLst>
            <pc:docMk/>
            <pc:sldMk cId="0" sldId="272"/>
            <ac:grpSpMk id="23" creationId="{00000000-0000-0000-0000-000000000000}"/>
          </ac:grpSpMkLst>
        </pc:grpChg>
        <pc:grpChg chg="mod">
          <ac:chgData name="Technology Payyantra" userId="S::technology@payyantra.com::9e486473-e982-463d-841a-6ac17efdccf4" providerId="AD" clId="Web-{60423877-02C5-5504-C9B7-0E998AA4F80A}" dt="2026-07-30T04:03:41.088" v="38" actId="1076"/>
          <ac:grpSpMkLst>
            <pc:docMk/>
            <pc:sldMk cId="0" sldId="272"/>
            <ac:grpSpMk id="200240" creationId="{00000000-0000-0000-0000-000000000000}"/>
          </ac:grpSpMkLst>
        </pc:grpChg>
        <pc:grpChg chg="mod">
          <ac:chgData name="Technology Payyantra" userId="S::technology@payyantra.com::9e486473-e982-463d-841a-6ac17efdccf4" providerId="AD" clId="Web-{60423877-02C5-5504-C9B7-0E998AA4F80A}" dt="2026-07-30T04:03:41.635" v="72" actId="1076"/>
          <ac:grpSpMkLst>
            <pc:docMk/>
            <pc:sldMk cId="0" sldId="272"/>
            <ac:grpSpMk id="201105" creationId="{00000000-0000-0000-0000-000000000000}"/>
          </ac:grpSpMkLst>
        </pc:grpChg>
      </pc:sldChg>
    </pc:docChg>
  </pc:docChgLst>
  <pc:docChgLst>
    <pc:chgData name="Technology Payyantra" userId="S::technology@payyantra.com::9e486473-e982-463d-841a-6ac17efdccf4" providerId="AD" clId="Web-{9A4B083F-2F67-A606-770B-27BB133BFCE1}"/>
    <pc:docChg chg="modSld">
      <pc:chgData name="Technology Payyantra" userId="S::technology@payyantra.com::9e486473-e982-463d-841a-6ac17efdccf4" providerId="AD" clId="Web-{9A4B083F-2F67-A606-770B-27BB133BFCE1}" dt="2026-08-10T17:49:35.327" v="6"/>
      <pc:docMkLst>
        <pc:docMk/>
      </pc:docMkLst>
      <pc:sldChg chg="modSp">
        <pc:chgData name="Technology Payyantra" userId="S::technology@payyantra.com::9e486473-e982-463d-841a-6ac17efdccf4" providerId="AD" clId="Web-{9A4B083F-2F67-A606-770B-27BB133BFCE1}" dt="2026-08-10T17:49:35.327" v="6"/>
        <pc:sldMkLst>
          <pc:docMk/>
          <pc:sldMk cId="0" sldId="29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www.linkedin.com/in/amit-kumar-tyagi-301a7986/" TargetMode="External"/><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hyperlink" Target="https://www.linkedin.com/company/razorsharpfocus/?viewAsMember=tru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gradFill>
            <a:gsLst>
              <a:gs pos="0">
                <a:srgbClr val="050505"/>
              </a:gs>
              <a:gs pos="100000">
                <a:srgbClr val="161616"/>
              </a:gs>
            </a:gsLst>
            <a:lin ang="36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672620" y="536"/>
            <a:ext cx="2377440" cy="2377440"/>
          </a:xfrm>
          <a:prstGeom prst="ellipse">
            <a:avLst/>
          </a:prstGeom>
          <a:solidFill>
            <a:srgbClr val="FFA24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134106" y="2721233"/>
            <a:ext cx="2011680" cy="2011680"/>
          </a:xfrm>
          <a:prstGeom prst="ellipse">
            <a:avLst/>
          </a:prstGeom>
          <a:solidFill>
            <a:srgbClr val="FFA24D">
              <a:alpha val="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858000" y="3566160"/>
            <a:ext cx="1005840" cy="1005840"/>
          </a:xfrm>
          <a:prstGeom prst="ellipse">
            <a:avLst/>
          </a:prstGeom>
          <a:solidFill>
            <a:srgbClr val="FFA24D">
              <a:alpha val="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23039" y="124659"/>
            <a:ext cx="1046809" cy="899469"/>
          </a:xfrm>
          <a:prstGeom prst="ellipse">
            <a:avLst/>
          </a:prstGeom>
          <a:solidFill>
            <a:srgbClr val="FFFFFF"/>
          </a:solidFill>
          <a:ln>
            <a:noFill/>
          </a:ln>
          <a:effectLst>
            <a:outerShdw blurRad="76200" dist="25400" dir="5400000" rotWithShape="0">
              <a:srgbClr val="0A0A0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88720" y="457200"/>
            <a:ext cx="3657600" cy="200055"/>
          </a:xfrm>
          <a:prstGeom prst="rect">
            <a:avLst/>
          </a:prstGeom>
          <a:noFill/>
        </p:spPr>
        <p:txBody>
          <a:bodyPr wrap="square" lIns="0" tIns="0" rIns="0" bIns="0" anchor="t">
            <a:spAutoFit/>
          </a:bodyPr>
          <a:lstStyle/>
          <a:p>
            <a:pPr algn="l"/>
            <a:r>
              <a:rPr lang="en-US" sz="1300" b="1" spc="200">
                <a:solidFill>
                  <a:srgbClr val="FFFFFF"/>
                </a:solidFill>
                <a:latin typeface="Aptos Display"/>
              </a:rPr>
              <a:t>RazorSharpFocus</a:t>
            </a:r>
            <a:endParaRPr lang="en-US" dirty="0" err="1"/>
          </a:p>
        </p:txBody>
      </p:sp>
      <p:sp>
        <p:nvSpPr>
          <p:cNvPr id="9" name="TextBox 8"/>
          <p:cNvSpPr txBox="1"/>
          <p:nvPr/>
        </p:nvSpPr>
        <p:spPr>
          <a:xfrm>
            <a:off x="1188720" y="768096"/>
            <a:ext cx="3657600" cy="138499"/>
          </a:xfrm>
          <a:prstGeom prst="rect">
            <a:avLst/>
          </a:prstGeom>
          <a:noFill/>
        </p:spPr>
        <p:txBody>
          <a:bodyPr wrap="square" lIns="0" tIns="0" rIns="0" bIns="0" anchor="t">
            <a:spAutoFit/>
          </a:bodyPr>
          <a:lstStyle/>
          <a:p>
            <a:r>
              <a:rPr lang="en-US" sz="900">
                <a:solidFill>
                  <a:srgbClr val="FFA24D"/>
                </a:solidFill>
                <a:latin typeface="Aptos"/>
              </a:rPr>
              <a:t>Intelligence Private</a:t>
            </a:r>
            <a:r>
              <a:rPr lang="en-US" sz="900" b="0">
                <a:solidFill>
                  <a:srgbClr val="FFA24D"/>
                </a:solidFill>
                <a:latin typeface="Aptos"/>
              </a:rPr>
              <a:t> Limited</a:t>
            </a:r>
          </a:p>
        </p:txBody>
      </p:sp>
      <p:sp>
        <p:nvSpPr>
          <p:cNvPr id="10" name="Rounded Rectangle 9"/>
          <p:cNvSpPr/>
          <p:nvPr/>
        </p:nvSpPr>
        <p:spPr>
          <a:xfrm>
            <a:off x="457200" y="1417320"/>
            <a:ext cx="5120640" cy="292608"/>
          </a:xfrm>
          <a:prstGeom prst="roundRect">
            <a:avLst>
              <a:gd name="adj" fmla="val 50000"/>
            </a:avLst>
          </a:prstGeom>
          <a:noFill/>
          <a:ln w="12700">
            <a:solidFill>
              <a:srgbClr val="FFA24D">
                <a:alpha val="45000"/>
              </a:srgbClr>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900" b="1" spc="140">
                <a:solidFill>
                  <a:srgbClr val="FFA24D"/>
                </a:solidFill>
                <a:latin typeface="Aptos"/>
              </a:rPr>
              <a:t>FINTECH CAPABILITY PROFILE</a:t>
            </a:r>
          </a:p>
        </p:txBody>
      </p:sp>
      <p:sp>
        <p:nvSpPr>
          <p:cNvPr id="11" name="TextBox 10"/>
          <p:cNvSpPr txBox="1"/>
          <p:nvPr/>
        </p:nvSpPr>
        <p:spPr>
          <a:xfrm>
            <a:off x="438912" y="1828800"/>
            <a:ext cx="6949440" cy="1054712"/>
          </a:xfrm>
          <a:prstGeom prst="rect">
            <a:avLst/>
          </a:prstGeom>
          <a:noFill/>
        </p:spPr>
        <p:txBody>
          <a:bodyPr wrap="square" lIns="0" tIns="0" rIns="0" bIns="0">
            <a:spAutoFit/>
          </a:bodyPr>
          <a:lstStyle/>
          <a:p>
            <a:pPr algn="l">
              <a:lnSpc>
                <a:spcPct val="102000"/>
              </a:lnSpc>
            </a:pPr>
            <a:r>
              <a:rPr lang="en-US" sz="3400" b="1">
                <a:solidFill>
                  <a:srgbClr val="FFFFFF"/>
                </a:solidFill>
                <a:latin typeface="Aptos Display"/>
              </a:rPr>
              <a:t>Engineering Fintech</a:t>
            </a:r>
          </a:p>
          <a:p>
            <a:pPr algn="l">
              <a:lnSpc>
                <a:spcPct val="102000"/>
              </a:lnSpc>
            </a:pPr>
            <a:r>
              <a:rPr lang="en-US" sz="3400" b="1">
                <a:solidFill>
                  <a:srgbClr val="FFFFFF"/>
                </a:solidFill>
                <a:latin typeface="Aptos Display"/>
              </a:rPr>
              <a:t>From Idea to Live Transactions</a:t>
            </a:r>
            <a:endParaRPr sz="3400" b="1">
              <a:solidFill>
                <a:srgbClr val="FFFFFF"/>
              </a:solidFill>
              <a:latin typeface="Aptos Display"/>
            </a:endParaRPr>
          </a:p>
        </p:txBody>
      </p:sp>
      <p:sp>
        <p:nvSpPr>
          <p:cNvPr id="12" name="TextBox 11"/>
          <p:cNvSpPr txBox="1"/>
          <p:nvPr/>
        </p:nvSpPr>
        <p:spPr>
          <a:xfrm>
            <a:off x="457200" y="3035808"/>
            <a:ext cx="6858000" cy="415498"/>
          </a:xfrm>
          <a:prstGeom prst="rect">
            <a:avLst/>
          </a:prstGeom>
          <a:noFill/>
        </p:spPr>
        <p:txBody>
          <a:bodyPr wrap="square" lIns="0" tIns="0" rIns="0" bIns="0">
            <a:spAutoFit/>
          </a:bodyPr>
          <a:lstStyle/>
          <a:p>
            <a:pPr algn="l"/>
            <a:r>
              <a:rPr lang="en-US" sz="1350" b="0">
                <a:solidFill>
                  <a:srgbClr val="FFA24D"/>
                </a:solidFill>
                <a:latin typeface="Aptos"/>
              </a:rPr>
              <a:t>RazorSharpFocus builds fintech products end to end — powered by ZentiqOne, our core payments engineering practice.</a:t>
            </a:r>
          </a:p>
        </p:txBody>
      </p:sp>
      <p:sp>
        <p:nvSpPr>
          <p:cNvPr id="13" name="Rounded Rectangle 12"/>
          <p:cNvSpPr/>
          <p:nvPr/>
        </p:nvSpPr>
        <p:spPr>
          <a:xfrm>
            <a:off x="457200" y="3584448"/>
            <a:ext cx="1565453" cy="292608"/>
          </a:xfrm>
          <a:prstGeom prst="roundRect">
            <a:avLst>
              <a:gd name="adj" fmla="val 50000"/>
            </a:avLst>
          </a:prstGeom>
          <a:solidFill>
            <a:srgbClr val="FFFFFF">
              <a:alpha val="6000"/>
            </a:srgbClr>
          </a:solidFill>
          <a:ln w="12700">
            <a:solidFill>
              <a:srgbClr val="FFA24D">
                <a:alpha val="40000"/>
              </a:srgbClr>
            </a:solid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lang="en-US" sz="800" b="1">
                <a:solidFill>
                  <a:srgbClr val="FFA24D"/>
                </a:solidFill>
                <a:latin typeface="Aptos"/>
              </a:rPr>
              <a:t>Bank Tie-Ups</a:t>
            </a:r>
          </a:p>
        </p:txBody>
      </p:sp>
      <p:sp>
        <p:nvSpPr>
          <p:cNvPr id="14" name="Rounded Rectangle 13"/>
          <p:cNvSpPr/>
          <p:nvPr/>
        </p:nvSpPr>
        <p:spPr>
          <a:xfrm>
            <a:off x="2132381" y="3584448"/>
            <a:ext cx="1565453" cy="292608"/>
          </a:xfrm>
          <a:prstGeom prst="roundRect">
            <a:avLst>
              <a:gd name="adj" fmla="val 50000"/>
            </a:avLst>
          </a:prstGeom>
          <a:solidFill>
            <a:srgbClr val="FFFFFF">
              <a:alpha val="6000"/>
            </a:srgbClr>
          </a:solidFill>
          <a:ln w="12700">
            <a:solidFill>
              <a:srgbClr val="FFA24D">
                <a:alpha val="40000"/>
              </a:srgbClr>
            </a:solid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lang="en-US" sz="800" b="1">
                <a:solidFill>
                  <a:srgbClr val="FFA24D"/>
                </a:solidFill>
                <a:latin typeface="Aptos"/>
              </a:rPr>
              <a:t>Payments</a:t>
            </a:r>
          </a:p>
        </p:txBody>
      </p:sp>
      <p:sp>
        <p:nvSpPr>
          <p:cNvPr id="15" name="Rounded Rectangle 14"/>
          <p:cNvSpPr/>
          <p:nvPr/>
        </p:nvSpPr>
        <p:spPr>
          <a:xfrm>
            <a:off x="3807562" y="3575789"/>
            <a:ext cx="1866151" cy="292608"/>
          </a:xfrm>
          <a:prstGeom prst="roundRect">
            <a:avLst>
              <a:gd name="adj" fmla="val 50000"/>
            </a:avLst>
          </a:prstGeom>
          <a:solidFill>
            <a:srgbClr val="FFFFFF">
              <a:alpha val="6000"/>
            </a:srgbClr>
          </a:solidFill>
          <a:ln w="12700">
            <a:solidFill>
              <a:srgbClr val="FFA24D">
                <a:alpha val="40000"/>
              </a:srgbClr>
            </a:solid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lang="en-US" sz="800" b="1">
                <a:solidFill>
                  <a:srgbClr val="FFA24D"/>
                </a:solidFill>
                <a:latin typeface="Aptos"/>
              </a:rPr>
              <a:t>Product Engineering</a:t>
            </a:r>
          </a:p>
        </p:txBody>
      </p:sp>
      <p:sp>
        <p:nvSpPr>
          <p:cNvPr id="16" name="Rounded Rectangle 15"/>
          <p:cNvSpPr/>
          <p:nvPr/>
        </p:nvSpPr>
        <p:spPr>
          <a:xfrm>
            <a:off x="457200" y="3968496"/>
            <a:ext cx="1490472" cy="292608"/>
          </a:xfrm>
          <a:prstGeom prst="roundRect">
            <a:avLst>
              <a:gd name="adj" fmla="val 50000"/>
            </a:avLst>
          </a:prstGeom>
          <a:solidFill>
            <a:srgbClr val="FFFFFF">
              <a:alpha val="6000"/>
            </a:srgbClr>
          </a:solidFill>
          <a:ln w="12700">
            <a:solidFill>
              <a:srgbClr val="FFA24D">
                <a:alpha val="40000"/>
              </a:srgbClr>
            </a:solid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lang="en-US" sz="800" b="1">
                <a:solidFill>
                  <a:srgbClr val="FFA24D"/>
                </a:solidFill>
                <a:latin typeface="Aptos"/>
              </a:rPr>
              <a:t>Aggregator Integration</a:t>
            </a:r>
          </a:p>
        </p:txBody>
      </p:sp>
      <p:sp>
        <p:nvSpPr>
          <p:cNvPr id="17" name="Rounded Rectangle 16"/>
          <p:cNvSpPr/>
          <p:nvPr/>
        </p:nvSpPr>
        <p:spPr>
          <a:xfrm>
            <a:off x="2057400" y="3968496"/>
            <a:ext cx="2540203" cy="292608"/>
          </a:xfrm>
          <a:prstGeom prst="roundRect">
            <a:avLst>
              <a:gd name="adj" fmla="val 50000"/>
            </a:avLst>
          </a:prstGeom>
          <a:solidFill>
            <a:srgbClr val="FFFFFF">
              <a:alpha val="6000"/>
            </a:srgbClr>
          </a:solidFill>
          <a:ln w="12700">
            <a:solidFill>
              <a:srgbClr val="FFA24D">
                <a:alpha val="40000"/>
              </a:srgbClr>
            </a:solid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lang="en-US" sz="800" b="1">
                <a:solidFill>
                  <a:srgbClr val="FFA24D"/>
                </a:solidFill>
                <a:latin typeface="Aptos"/>
              </a:rPr>
              <a:t>Compliance</a:t>
            </a:r>
          </a:p>
        </p:txBody>
      </p:sp>
      <p:sp>
        <p:nvSpPr>
          <p:cNvPr id="18" name="Rounded Rectangle 17"/>
          <p:cNvSpPr/>
          <p:nvPr/>
        </p:nvSpPr>
        <p:spPr>
          <a:xfrm>
            <a:off x="4707331" y="3968496"/>
            <a:ext cx="1640434" cy="292608"/>
          </a:xfrm>
          <a:prstGeom prst="roundRect">
            <a:avLst>
              <a:gd name="adj" fmla="val 50000"/>
            </a:avLst>
          </a:prstGeom>
          <a:solidFill>
            <a:srgbClr val="FFFFFF">
              <a:alpha val="6000"/>
            </a:srgbClr>
          </a:solidFill>
          <a:ln w="12700">
            <a:solidFill>
              <a:srgbClr val="FFA24D">
                <a:alpha val="40000"/>
              </a:srgbClr>
            </a:solid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lang="en-US" sz="800" b="1">
                <a:solidFill>
                  <a:srgbClr val="FFA24D"/>
                </a:solidFill>
                <a:latin typeface="Aptos"/>
              </a:rPr>
              <a:t>Certification</a:t>
            </a:r>
          </a:p>
        </p:txBody>
      </p:sp>
      <p:cxnSp>
        <p:nvCxnSpPr>
          <p:cNvPr id="20" name="Connector 19"/>
          <p:cNvCxnSpPr/>
          <p:nvPr/>
        </p:nvCxnSpPr>
        <p:spPr>
          <a:xfrm>
            <a:off x="457200" y="4828032"/>
            <a:ext cx="8229600" cy="0"/>
          </a:xfrm>
          <a:prstGeom prst="line">
            <a:avLst/>
          </a:prstGeom>
          <a:ln w="9525">
            <a:solidFill>
              <a:srgbClr val="262626"/>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57200" y="4864608"/>
            <a:ext cx="4572000" cy="123111"/>
          </a:xfrm>
          <a:prstGeom prst="rect">
            <a:avLst/>
          </a:prstGeom>
          <a:noFill/>
        </p:spPr>
        <p:txBody>
          <a:bodyPr wrap="square" lIns="0" tIns="0" rIns="0" bIns="0" anchor="t">
            <a:spAutoFit/>
          </a:bodyPr>
          <a:lstStyle/>
          <a:p>
            <a:r>
              <a:rPr lang="en-US" sz="800" dirty="0" err="1">
                <a:solidFill>
                  <a:srgbClr val="FFFFFF"/>
                </a:solidFill>
                <a:latin typeface="Aptos"/>
              </a:rPr>
              <a:t>RazorSharpFocus</a:t>
            </a:r>
            <a:r>
              <a:rPr lang="en-US" sz="800" dirty="0">
                <a:solidFill>
                  <a:srgbClr val="FFFFFF"/>
                </a:solidFill>
                <a:latin typeface="Aptos"/>
              </a:rPr>
              <a:t> Intelligence </a:t>
            </a:r>
            <a:r>
              <a:rPr sz="800" b="0" dirty="0">
                <a:solidFill>
                  <a:srgbClr val="FFFFFF"/>
                </a:solidFill>
                <a:latin typeface="Aptos"/>
              </a:rPr>
              <a:t>Private Limited</a:t>
            </a:r>
          </a:p>
        </p:txBody>
      </p:sp>
      <p:sp>
        <p:nvSpPr>
          <p:cNvPr id="22" name="TextBox 21"/>
          <p:cNvSpPr txBox="1"/>
          <p:nvPr/>
        </p:nvSpPr>
        <p:spPr>
          <a:xfrm>
            <a:off x="2743200" y="4864608"/>
            <a:ext cx="3657600" cy="123111"/>
          </a:xfrm>
          <a:prstGeom prst="rect">
            <a:avLst/>
          </a:prstGeom>
          <a:noFill/>
        </p:spPr>
        <p:txBody>
          <a:bodyPr wrap="square" lIns="0" tIns="0" rIns="0" bIns="0" anchor="t">
            <a:spAutoFit/>
          </a:bodyPr>
          <a:lstStyle/>
          <a:p>
            <a:pPr algn="ctr"/>
            <a:r>
              <a:rPr lang="en-US" sz="800">
                <a:solidFill>
                  <a:srgbClr val="FFFFFF"/>
                </a:solidFill>
                <a:ea typeface="+mn-lt"/>
                <a:cs typeface="+mn-lt"/>
              </a:rPr>
              <a:t>Engineering Intelligent Business Execution</a:t>
            </a:r>
            <a:endParaRPr lang="en-US"/>
          </a:p>
        </p:txBody>
      </p:sp>
      <p:sp>
        <p:nvSpPr>
          <p:cNvPr id="23" name="TextBox 22"/>
          <p:cNvSpPr txBox="1"/>
          <p:nvPr/>
        </p:nvSpPr>
        <p:spPr>
          <a:xfrm>
            <a:off x="7589520" y="4864608"/>
            <a:ext cx="1097280" cy="123111"/>
          </a:xfrm>
          <a:prstGeom prst="rect">
            <a:avLst/>
          </a:prstGeom>
          <a:noFill/>
        </p:spPr>
        <p:txBody>
          <a:bodyPr wrap="square" lIns="0" tIns="0" rIns="0" bIns="0">
            <a:spAutoFit/>
          </a:bodyPr>
          <a:lstStyle/>
          <a:p>
            <a:pPr algn="r"/>
            <a:r>
              <a:rPr lang="en-US" sz="800" b="0">
                <a:solidFill>
                  <a:srgbClr val="7A7A7A"/>
                </a:solidFill>
                <a:latin typeface="Aptos"/>
              </a:rPr>
              <a:t>01 / 11</a:t>
            </a:r>
          </a:p>
        </p:txBody>
      </p:sp>
      <p:pic>
        <p:nvPicPr>
          <p:cNvPr id="24" name="Picture 23" descr="A blue and white logo&#10;&#10;AI-generated content may be incorrect.">
            <a:extLst>
              <a:ext uri="{FF2B5EF4-FFF2-40B4-BE49-F238E27FC236}">
                <a16:creationId xmlns:a16="http://schemas.microsoft.com/office/drawing/2014/main" id="{2823BD2C-20EF-F218-5A9C-C2A82A57ACB1}"/>
              </a:ext>
            </a:extLst>
          </p:cNvPr>
          <p:cNvPicPr>
            <a:picLocks noChangeAspect="1"/>
          </p:cNvPicPr>
          <p:nvPr/>
        </p:nvPicPr>
        <p:blipFill>
          <a:blip r:embed="rId2"/>
          <a:stretch>
            <a:fillRect/>
          </a:stretch>
        </p:blipFill>
        <p:spPr>
          <a:xfrm>
            <a:off x="181523" y="317004"/>
            <a:ext cx="735307" cy="450950"/>
          </a:xfrm>
          <a:prstGeom prst="rect">
            <a:avLst/>
          </a:prstGeom>
        </p:spPr>
      </p:pic>
      <p:pic>
        <p:nvPicPr>
          <p:cNvPr id="7" name="Picture 6">
            <a:extLst>
              <a:ext uri="{FF2B5EF4-FFF2-40B4-BE49-F238E27FC236}">
                <a16:creationId xmlns:a16="http://schemas.microsoft.com/office/drawing/2014/main" id="{C134A301-1BB6-04D7-1C3D-827919EE3203}"/>
              </a:ext>
            </a:extLst>
          </p:cNvPr>
          <p:cNvPicPr>
            <a:picLocks noChangeAspect="1"/>
          </p:cNvPicPr>
          <p:nvPr/>
        </p:nvPicPr>
        <p:blipFill>
          <a:blip r:embed="rId3"/>
          <a:srcRect l="29021" t="16559" r="29069" b="17575"/>
          <a:stretch>
            <a:fillRect/>
          </a:stretch>
        </p:blipFill>
        <p:spPr>
          <a:xfrm>
            <a:off x="7390236" y="266416"/>
            <a:ext cx="1079401" cy="99710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0292"/>
          </a:xfrm>
          <a:prstGeom prst="rect">
            <a:avLst/>
          </a:prstGeom>
          <a:gradFill>
            <a:gsLst>
              <a:gs pos="0">
                <a:srgbClr val="F57C1F"/>
              </a:gs>
              <a:gs pos="100000">
                <a:srgbClr val="FF7A00"/>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283464"/>
            <a:ext cx="146304" cy="146304"/>
          </a:xfrm>
          <a:prstGeom prst="roundRect">
            <a:avLst>
              <a:gd name="adj" fmla="val 30000"/>
            </a:avLst>
          </a:prstGeom>
          <a:gradFill>
            <a:gsLst>
              <a:gs pos="0">
                <a:srgbClr val="F57C1F"/>
              </a:gs>
              <a:gs pos="100000">
                <a:srgbClr val="FF7A00"/>
              </a:gs>
            </a:gsLst>
            <a:lin ang="27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94944" y="274320"/>
            <a:ext cx="6949440" cy="153888"/>
          </a:xfrm>
          <a:prstGeom prst="rect">
            <a:avLst/>
          </a:prstGeom>
          <a:noFill/>
        </p:spPr>
        <p:txBody>
          <a:bodyPr wrap="square" lIns="0" tIns="0" rIns="0" bIns="0" anchor="t">
            <a:spAutoFit/>
          </a:bodyPr>
          <a:lstStyle/>
          <a:p>
            <a:pPr algn="l"/>
            <a:r>
              <a:rPr lang="en-US" sz="1000" b="1" spc="180">
                <a:solidFill>
                  <a:srgbClr val="F57C1F"/>
                </a:solidFill>
                <a:latin typeface="Aptos"/>
              </a:rPr>
              <a:t>WHO WE ARE</a:t>
            </a:r>
          </a:p>
        </p:txBody>
      </p:sp>
      <p:sp>
        <p:nvSpPr>
          <p:cNvPr id="6" name="TextBox 5"/>
          <p:cNvSpPr txBox="1"/>
          <p:nvPr/>
        </p:nvSpPr>
        <p:spPr>
          <a:xfrm>
            <a:off x="457200" y="631156"/>
            <a:ext cx="8229600" cy="292388"/>
          </a:xfrm>
          <a:prstGeom prst="rect">
            <a:avLst/>
          </a:prstGeom>
          <a:noFill/>
        </p:spPr>
        <p:txBody>
          <a:bodyPr wrap="square" lIns="0" tIns="0" rIns="0" bIns="0" anchor="b">
            <a:spAutoFit/>
          </a:bodyPr>
          <a:lstStyle/>
          <a:p>
            <a:pPr algn="l"/>
            <a:r>
              <a:rPr lang="en-US" sz="1900" b="1">
                <a:solidFill>
                  <a:srgbClr val="0A0A0A"/>
                </a:solidFill>
                <a:latin typeface="Aptos Display"/>
              </a:rPr>
              <a:t>Your End-to-End Fintech Partner</a:t>
            </a:r>
          </a:p>
        </p:txBody>
      </p:sp>
      <p:sp>
        <p:nvSpPr>
          <p:cNvPr id="7" name="TextBox 6"/>
          <p:cNvSpPr txBox="1"/>
          <p:nvPr/>
        </p:nvSpPr>
        <p:spPr>
          <a:xfrm>
            <a:off x="457200" y="905256"/>
            <a:ext cx="8229600" cy="176972"/>
          </a:xfrm>
          <a:prstGeom prst="rect">
            <a:avLst/>
          </a:prstGeom>
          <a:noFill/>
        </p:spPr>
        <p:txBody>
          <a:bodyPr wrap="square" lIns="0" tIns="0" rIns="0" bIns="0">
            <a:spAutoFit/>
          </a:bodyPr>
          <a:lstStyle/>
          <a:p>
            <a:pPr algn="l"/>
            <a:r>
              <a:rPr lang="en-US" sz="1150" b="0">
                <a:solidFill>
                  <a:srgbClr val="4A4A4A"/>
                </a:solidFill>
                <a:latin typeface="Aptos"/>
              </a:rPr>
              <a:t>One team for product build, bank tie-ups, compliance and go-live.</a:t>
            </a:r>
          </a:p>
        </p:txBody>
      </p:sp>
      <p:cxnSp>
        <p:nvCxnSpPr>
          <p:cNvPr id="8" name="Connector 7"/>
          <p:cNvCxnSpPr/>
          <p:nvPr/>
        </p:nvCxnSpPr>
        <p:spPr>
          <a:xfrm>
            <a:off x="457200" y="4828032"/>
            <a:ext cx="8229600" cy="0"/>
          </a:xfrm>
          <a:prstGeom prst="line">
            <a:avLst/>
          </a:prstGeom>
          <a:ln w="9525">
            <a:solidFill>
              <a:srgbClr val="E6E6E6"/>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589520" y="4864608"/>
            <a:ext cx="1097280" cy="123111"/>
          </a:xfrm>
          <a:prstGeom prst="rect">
            <a:avLst/>
          </a:prstGeom>
          <a:noFill/>
        </p:spPr>
        <p:txBody>
          <a:bodyPr wrap="square" lIns="0" tIns="0" rIns="0" bIns="0">
            <a:spAutoFit/>
          </a:bodyPr>
          <a:lstStyle/>
          <a:p>
            <a:pPr algn="r"/>
            <a:r>
              <a:rPr lang="en-US" sz="800" b="0">
                <a:solidFill>
                  <a:srgbClr val="4A4A4A"/>
                </a:solidFill>
                <a:latin typeface="Aptos"/>
              </a:rPr>
              <a:t>02 / 11</a:t>
            </a:r>
          </a:p>
        </p:txBody>
      </p:sp>
      <p:sp>
        <p:nvSpPr>
          <p:cNvPr id="12" name="TextBox 11"/>
          <p:cNvSpPr txBox="1"/>
          <p:nvPr/>
        </p:nvSpPr>
        <p:spPr>
          <a:xfrm>
            <a:off x="457200" y="1280160"/>
            <a:ext cx="8229600" cy="548355"/>
          </a:xfrm>
          <a:prstGeom prst="rect">
            <a:avLst/>
          </a:prstGeom>
          <a:noFill/>
        </p:spPr>
        <p:txBody>
          <a:bodyPr wrap="square" lIns="0" tIns="0" rIns="0" bIns="0" anchor="t">
            <a:spAutoFit/>
          </a:bodyPr>
          <a:lstStyle/>
          <a:p>
            <a:pPr>
              <a:lnSpc>
                <a:spcPct val="115000"/>
              </a:lnSpc>
            </a:pPr>
            <a:r>
              <a:rPr lang="en-US" sz="1050">
                <a:solidFill>
                  <a:srgbClr val="0A0A0A"/>
                </a:solidFill>
                <a:latin typeface="Aptos"/>
              </a:rPr>
              <a:t>RazorSharpFocus is a fintech engineering company. We help startups and enterprises build payment and lending products, connect them to banks and payment aggregators, guide them through the right licences and certifications, and stay with them after launch. ZentiqOne is our core payments engineering service — the platform behind everything we deliver.</a:t>
            </a:r>
            <a:endParaRPr lang="en-US" sz="1050" b="0">
              <a:solidFill>
                <a:srgbClr val="0A0A0A"/>
              </a:solidFill>
              <a:latin typeface="Aptos"/>
            </a:endParaRPr>
          </a:p>
        </p:txBody>
      </p:sp>
      <p:sp>
        <p:nvSpPr>
          <p:cNvPr id="13" name="Rounded Rectangle 12"/>
          <p:cNvSpPr/>
          <p:nvPr/>
        </p:nvSpPr>
        <p:spPr>
          <a:xfrm>
            <a:off x="457200" y="2121408"/>
            <a:ext cx="960120" cy="310896"/>
          </a:xfrm>
          <a:prstGeom prst="roundRect">
            <a:avLst>
              <a:gd name="adj" fmla="val 50000"/>
            </a:avLst>
          </a:prstGeom>
          <a:solidFill>
            <a:srgbClr val="FAFAFA"/>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lang="en-US" sz="900" b="1">
                <a:solidFill>
                  <a:srgbClr val="0A0A0A"/>
                </a:solidFill>
                <a:latin typeface="Aptos"/>
              </a:rPr>
              <a:t>Build</a:t>
            </a:r>
          </a:p>
        </p:txBody>
      </p:sp>
      <p:sp>
        <p:nvSpPr>
          <p:cNvPr id="14" name="Rounded Rectangle 13"/>
          <p:cNvSpPr/>
          <p:nvPr/>
        </p:nvSpPr>
        <p:spPr>
          <a:xfrm>
            <a:off x="1527048" y="2121408"/>
            <a:ext cx="1168603" cy="310896"/>
          </a:xfrm>
          <a:prstGeom prst="roundRect">
            <a:avLst>
              <a:gd name="adj" fmla="val 50000"/>
            </a:avLst>
          </a:prstGeom>
          <a:solidFill>
            <a:srgbClr val="FAFAFA"/>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lang="en-US" sz="900" b="1">
                <a:solidFill>
                  <a:srgbClr val="0A0A0A"/>
                </a:solidFill>
                <a:latin typeface="Aptos"/>
              </a:rPr>
              <a:t>Connect</a:t>
            </a:r>
          </a:p>
        </p:txBody>
      </p:sp>
      <p:sp>
        <p:nvSpPr>
          <p:cNvPr id="15" name="Rounded Rectangle 14"/>
          <p:cNvSpPr/>
          <p:nvPr/>
        </p:nvSpPr>
        <p:spPr>
          <a:xfrm>
            <a:off x="2805379" y="2121408"/>
            <a:ext cx="960120" cy="310896"/>
          </a:xfrm>
          <a:prstGeom prst="roundRect">
            <a:avLst>
              <a:gd name="adj" fmla="val 50000"/>
            </a:avLst>
          </a:prstGeom>
          <a:solidFill>
            <a:srgbClr val="FAFAFA"/>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lang="en-US" sz="900" b="1">
                <a:solidFill>
                  <a:srgbClr val="0A0A0A"/>
                </a:solidFill>
                <a:latin typeface="Aptos"/>
              </a:rPr>
              <a:t>Certify</a:t>
            </a:r>
          </a:p>
        </p:txBody>
      </p:sp>
      <p:sp>
        <p:nvSpPr>
          <p:cNvPr id="16" name="Rounded Rectangle 15"/>
          <p:cNvSpPr/>
          <p:nvPr/>
        </p:nvSpPr>
        <p:spPr>
          <a:xfrm>
            <a:off x="3875227" y="2121408"/>
            <a:ext cx="1025957" cy="310896"/>
          </a:xfrm>
          <a:prstGeom prst="roundRect">
            <a:avLst>
              <a:gd name="adj" fmla="val 50000"/>
            </a:avLst>
          </a:prstGeom>
          <a:solidFill>
            <a:srgbClr val="FAFAFA"/>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lang="en-US" sz="900" b="1">
                <a:solidFill>
                  <a:srgbClr val="0A0A0A"/>
                </a:solidFill>
                <a:latin typeface="Aptos"/>
              </a:rPr>
              <a:t>Launch</a:t>
            </a:r>
          </a:p>
        </p:txBody>
      </p:sp>
      <p:sp>
        <p:nvSpPr>
          <p:cNvPr id="17" name="Rounded Rectangle 16"/>
          <p:cNvSpPr/>
          <p:nvPr/>
        </p:nvSpPr>
        <p:spPr>
          <a:xfrm>
            <a:off x="457200" y="2505456"/>
            <a:ext cx="1525219" cy="310896"/>
          </a:xfrm>
          <a:prstGeom prst="roundRect">
            <a:avLst>
              <a:gd name="adj" fmla="val 50000"/>
            </a:avLst>
          </a:prstGeom>
          <a:solidFill>
            <a:srgbClr val="FAFAFA"/>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lang="en-US" sz="900" b="1">
                <a:solidFill>
                  <a:srgbClr val="0A0A0A"/>
                </a:solidFill>
                <a:latin typeface="Aptos"/>
              </a:rPr>
              <a:t>Scale</a:t>
            </a:r>
          </a:p>
        </p:txBody>
      </p:sp>
      <p:sp>
        <p:nvSpPr>
          <p:cNvPr id="18" name="Rounded Rectangle 17"/>
          <p:cNvSpPr/>
          <p:nvPr/>
        </p:nvSpPr>
        <p:spPr>
          <a:xfrm>
            <a:off x="2092147" y="2505456"/>
            <a:ext cx="960120" cy="310896"/>
          </a:xfrm>
          <a:prstGeom prst="roundRect">
            <a:avLst>
              <a:gd name="adj" fmla="val 50000"/>
            </a:avLst>
          </a:prstGeom>
          <a:solidFill>
            <a:srgbClr val="FAFAFA"/>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lang="en-US" sz="900" b="1">
                <a:solidFill>
                  <a:srgbClr val="0A0A0A"/>
                </a:solidFill>
                <a:latin typeface="Aptos"/>
              </a:rPr>
              <a:t>Consult</a:t>
            </a:r>
          </a:p>
        </p:txBody>
      </p:sp>
      <p:sp>
        <p:nvSpPr>
          <p:cNvPr id="19" name="Rounded Rectangle 18"/>
          <p:cNvSpPr/>
          <p:nvPr/>
        </p:nvSpPr>
        <p:spPr>
          <a:xfrm>
            <a:off x="3161995" y="2505456"/>
            <a:ext cx="1239926" cy="310896"/>
          </a:xfrm>
          <a:prstGeom prst="roundRect">
            <a:avLst>
              <a:gd name="adj" fmla="val 50000"/>
            </a:avLst>
          </a:prstGeom>
          <a:solidFill>
            <a:srgbClr val="FAFAFA"/>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lang="en-US" sz="900" b="1">
                <a:solidFill>
                  <a:srgbClr val="0A0A0A"/>
                </a:solidFill>
                <a:latin typeface="Aptos"/>
              </a:rPr>
              <a:t>Support</a:t>
            </a:r>
          </a:p>
        </p:txBody>
      </p:sp>
      <p:sp>
        <p:nvSpPr>
          <p:cNvPr id="20" name="TextBox 19"/>
          <p:cNvSpPr txBox="1"/>
          <p:nvPr/>
        </p:nvSpPr>
        <p:spPr>
          <a:xfrm>
            <a:off x="457200" y="2999232"/>
            <a:ext cx="5486400" cy="130805"/>
          </a:xfrm>
          <a:prstGeom prst="rect">
            <a:avLst/>
          </a:prstGeom>
          <a:noFill/>
        </p:spPr>
        <p:txBody>
          <a:bodyPr wrap="square" lIns="0" tIns="0" rIns="0" bIns="0" anchor="t">
            <a:spAutoFit/>
          </a:bodyPr>
          <a:lstStyle/>
          <a:p>
            <a:r>
              <a:rPr lang="en-US" sz="850" b="1" spc="120">
                <a:solidFill>
                  <a:srgbClr val="F57C1F"/>
                </a:solidFill>
                <a:latin typeface="Aptos"/>
              </a:rPr>
              <a:t>BUILD  ·  CONNECT  ·  CERTIFY  ·  GO LIVE</a:t>
            </a:r>
          </a:p>
        </p:txBody>
      </p:sp>
      <p:sp>
        <p:nvSpPr>
          <p:cNvPr id="21" name="Rounded Rectangle 20"/>
          <p:cNvSpPr/>
          <p:nvPr/>
        </p:nvSpPr>
        <p:spPr>
          <a:xfrm>
            <a:off x="457200" y="3246120"/>
            <a:ext cx="2633472" cy="960120"/>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200" y="3374136"/>
            <a:ext cx="50292" cy="704088"/>
          </a:xfrm>
          <a:prstGeom prst="rect">
            <a:avLst/>
          </a:prstGeom>
          <a:solidFill>
            <a:srgbClr val="F57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40080" y="3374136"/>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00141" name="icon-layers"/>
          <p:cNvGrpSpPr/>
          <p:nvPr/>
        </p:nvGrpSpPr>
        <p:grpSpPr>
          <a:xfrm>
            <a:off x="736641" y="3470697"/>
            <a:ext cx="209215" cy="209215"/>
            <a:chOff x="0" y="0"/>
            <a:chExt cx="100" cy="100"/>
          </a:xfrm>
        </p:grpSpPr>
        <p:sp>
          <p:nvSpPr>
            <p:cNvPr id="200142" name="g"/>
            <p:cNvSpPr/>
            <p:nvPr/>
          </p:nvSpPr>
          <p:spPr>
            <a:xfrm>
              <a:off x="0" y="0"/>
              <a:ext cx="100" cy="100"/>
            </a:xfrm>
            <a:custGeom>
              <a:avLst/>
              <a:gdLst/>
              <a:ahLst/>
              <a:cxnLst/>
              <a:rect l="0" t="0" r="100" b="100"/>
              <a:pathLst>
                <a:path w="100" h="100" fill="none">
                  <a:moveTo>
                    <a:pt x="50" y="8"/>
                  </a:moveTo>
                  <a:lnTo>
                    <a:pt x="92" y="30"/>
                  </a:lnTo>
                  <a:lnTo>
                    <a:pt x="50" y="52"/>
                  </a:lnTo>
                  <a:lnTo>
                    <a:pt x="8" y="30"/>
                  </a:lnTo>
                  <a:close/>
                  <a:moveTo>
                    <a:pt x="8" y="50"/>
                  </a:moveTo>
                  <a:lnTo>
                    <a:pt x="50" y="72"/>
                  </a:lnTo>
                  <a:lnTo>
                    <a:pt x="92" y="50"/>
                  </a:lnTo>
                  <a:moveTo>
                    <a:pt x="8" y="70"/>
                  </a:moveTo>
                  <a:lnTo>
                    <a:pt x="50" y="92"/>
                  </a:lnTo>
                  <a:lnTo>
                    <a:pt x="92" y="70"/>
                  </a:lnTo>
                </a:path>
              </a:pathLst>
            </a:custGeom>
            <a:noFill/>
            <a:ln w="33020" cap="rnd">
              <a:solidFill>
                <a:srgbClr val="F57C1F"/>
              </a:solidFill>
              <a:round/>
            </a:ln>
          </p:spPr>
          <p:txBody>
            <a:bodyPr/>
            <a:lstStyle/>
            <a:p>
              <a:endParaRPr/>
            </a:p>
          </p:txBody>
        </p:sp>
      </p:grpSp>
      <p:sp>
        <p:nvSpPr>
          <p:cNvPr id="200143" name="TextBox 200142"/>
          <p:cNvSpPr txBox="1"/>
          <p:nvPr/>
        </p:nvSpPr>
        <p:spPr>
          <a:xfrm>
            <a:off x="1152144" y="3374136"/>
            <a:ext cx="1810512" cy="146194"/>
          </a:xfrm>
          <a:prstGeom prst="rect">
            <a:avLst/>
          </a:prstGeom>
          <a:noFill/>
        </p:spPr>
        <p:txBody>
          <a:bodyPr wrap="square" lIns="0" tIns="0" rIns="0" bIns="0">
            <a:spAutoFit/>
          </a:bodyPr>
          <a:lstStyle/>
          <a:p>
            <a:pPr algn="l"/>
            <a:r>
              <a:rPr lang="en-US" sz="950" b="1">
                <a:solidFill>
                  <a:srgbClr val="0A0A0A"/>
                </a:solidFill>
                <a:latin typeface="Aptos Display"/>
              </a:rPr>
              <a:t>What We Build</a:t>
            </a:r>
          </a:p>
        </p:txBody>
      </p:sp>
      <p:sp>
        <p:nvSpPr>
          <p:cNvPr id="200144" name="TextBox 200143"/>
          <p:cNvSpPr txBox="1"/>
          <p:nvPr/>
        </p:nvSpPr>
        <p:spPr>
          <a:xfrm>
            <a:off x="640080" y="3822192"/>
            <a:ext cx="2304288" cy="230832"/>
          </a:xfrm>
          <a:prstGeom prst="rect">
            <a:avLst/>
          </a:prstGeom>
          <a:noFill/>
        </p:spPr>
        <p:txBody>
          <a:bodyPr wrap="square" lIns="0" tIns="0" rIns="0" bIns="0">
            <a:spAutoFit/>
          </a:bodyPr>
          <a:lstStyle/>
          <a:p>
            <a:pPr algn="l"/>
            <a:r>
              <a:rPr lang="en-US" sz="750" b="0">
                <a:solidFill>
                  <a:srgbClr val="4A4A4A"/>
                </a:solidFill>
                <a:latin typeface="Aptos"/>
              </a:rPr>
              <a:t>Payment gateways, wallets, UPI and BBPS journeys, collections, payouts and lending platforms.</a:t>
            </a:r>
          </a:p>
        </p:txBody>
      </p:sp>
      <p:sp>
        <p:nvSpPr>
          <p:cNvPr id="200145" name="Rounded Rectangle 200144"/>
          <p:cNvSpPr/>
          <p:nvPr/>
        </p:nvSpPr>
        <p:spPr>
          <a:xfrm>
            <a:off x="3255264" y="3246120"/>
            <a:ext cx="2633472" cy="960120"/>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146" name="Rectangle 200145"/>
          <p:cNvSpPr/>
          <p:nvPr/>
        </p:nvSpPr>
        <p:spPr>
          <a:xfrm>
            <a:off x="3255264" y="3374136"/>
            <a:ext cx="50292" cy="704088"/>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147" name="Rounded Rectangle 200146"/>
          <p:cNvSpPr/>
          <p:nvPr/>
        </p:nvSpPr>
        <p:spPr>
          <a:xfrm>
            <a:off x="3438144" y="3374136"/>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4" name="icon-link"/>
          <p:cNvGrpSpPr/>
          <p:nvPr/>
        </p:nvGrpSpPr>
        <p:grpSpPr>
          <a:xfrm>
            <a:off x="3534705" y="3470697"/>
            <a:ext cx="209215" cy="209215"/>
            <a:chOff x="0" y="0"/>
            <a:chExt cx="100" cy="100"/>
          </a:xfrm>
        </p:grpSpPr>
        <p:sp>
          <p:nvSpPr>
            <p:cNvPr id="25" name="g"/>
            <p:cNvSpPr/>
            <p:nvPr/>
          </p:nvSpPr>
          <p:spPr>
            <a:xfrm>
              <a:off x="0" y="0"/>
              <a:ext cx="100" cy="100"/>
            </a:xfrm>
            <a:custGeom>
              <a:avLst/>
              <a:gdLst/>
              <a:ahLst/>
              <a:cxnLst/>
              <a:rect l="0" t="0" r="100" b="100"/>
              <a:pathLst>
                <a:path w="100" h="100" fill="none">
                  <a:moveTo>
                    <a:pt x="40" y="50"/>
                  </a:moveTo>
                  <a:lnTo>
                    <a:pt x="60" y="50"/>
                  </a:lnTo>
                </a:path>
              </a:pathLst>
            </a:custGeom>
            <a:noFill/>
            <a:ln w="33020" cap="rnd">
              <a:solidFill>
                <a:srgbClr val="FF7A00"/>
              </a:solidFill>
              <a:round/>
            </a:ln>
          </p:spPr>
          <p:txBody>
            <a:bodyPr/>
            <a:lstStyle/>
            <a:p>
              <a:endParaRPr/>
            </a:p>
          </p:txBody>
        </p:sp>
        <p:sp>
          <p:nvSpPr>
            <p:cNvPr id="26" name="e"/>
            <p:cNvSpPr/>
            <p:nvPr/>
          </p:nvSpPr>
          <p:spPr>
            <a:xfrm>
              <a:off x="23" y="33"/>
              <a:ext cx="34" cy="34"/>
            </a:xfrm>
            <a:prstGeom prst="ellipse">
              <a:avLst/>
            </a:prstGeom>
            <a:noFill/>
            <a:ln w="33020">
              <a:solidFill>
                <a:srgbClr val="FF7A00"/>
              </a:solidFill>
            </a:ln>
          </p:spPr>
          <p:txBody>
            <a:bodyPr/>
            <a:lstStyle/>
            <a:p>
              <a:endParaRPr/>
            </a:p>
          </p:txBody>
        </p:sp>
        <p:sp>
          <p:nvSpPr>
            <p:cNvPr id="27" name="e"/>
            <p:cNvSpPr/>
            <p:nvPr/>
          </p:nvSpPr>
          <p:spPr>
            <a:xfrm>
              <a:off x="43" y="33"/>
              <a:ext cx="34" cy="34"/>
            </a:xfrm>
            <a:prstGeom prst="ellipse">
              <a:avLst/>
            </a:prstGeom>
            <a:noFill/>
            <a:ln w="33020">
              <a:solidFill>
                <a:srgbClr val="FF7A00"/>
              </a:solidFill>
            </a:ln>
          </p:spPr>
          <p:txBody>
            <a:bodyPr/>
            <a:lstStyle/>
            <a:p>
              <a:endParaRPr/>
            </a:p>
          </p:txBody>
        </p:sp>
      </p:grpSp>
      <p:sp>
        <p:nvSpPr>
          <p:cNvPr id="200148" name="TextBox 200147"/>
          <p:cNvSpPr txBox="1"/>
          <p:nvPr/>
        </p:nvSpPr>
        <p:spPr>
          <a:xfrm>
            <a:off x="3950208" y="3374136"/>
            <a:ext cx="1810512" cy="146194"/>
          </a:xfrm>
          <a:prstGeom prst="rect">
            <a:avLst/>
          </a:prstGeom>
          <a:noFill/>
        </p:spPr>
        <p:txBody>
          <a:bodyPr wrap="square" lIns="0" tIns="0" rIns="0" bIns="0">
            <a:spAutoFit/>
          </a:bodyPr>
          <a:lstStyle/>
          <a:p>
            <a:pPr algn="l"/>
            <a:r>
              <a:rPr lang="en-US" sz="950" b="1">
                <a:solidFill>
                  <a:srgbClr val="0A0A0A"/>
                </a:solidFill>
                <a:latin typeface="Aptos Display"/>
              </a:rPr>
              <a:t>Who We Connect</a:t>
            </a:r>
          </a:p>
        </p:txBody>
      </p:sp>
      <p:sp>
        <p:nvSpPr>
          <p:cNvPr id="200149" name="TextBox 200148"/>
          <p:cNvSpPr txBox="1"/>
          <p:nvPr/>
        </p:nvSpPr>
        <p:spPr>
          <a:xfrm>
            <a:off x="3438144" y="3822192"/>
            <a:ext cx="2304288" cy="230832"/>
          </a:xfrm>
          <a:prstGeom prst="rect">
            <a:avLst/>
          </a:prstGeom>
          <a:noFill/>
        </p:spPr>
        <p:txBody>
          <a:bodyPr wrap="square" lIns="0" tIns="0" rIns="0" bIns="0">
            <a:spAutoFit/>
          </a:bodyPr>
          <a:lstStyle/>
          <a:p>
            <a:pPr algn="l"/>
            <a:r>
              <a:rPr lang="en-US" sz="750" b="0">
                <a:solidFill>
                  <a:srgbClr val="4A4A4A"/>
                </a:solidFill>
                <a:latin typeface="Aptos"/>
              </a:rPr>
              <a:t>Sponsor banks, payment aggregators and processors — introduced, integrated and certified.</a:t>
            </a:r>
          </a:p>
        </p:txBody>
      </p:sp>
      <p:sp>
        <p:nvSpPr>
          <p:cNvPr id="200150" name="Rounded Rectangle 200149"/>
          <p:cNvSpPr/>
          <p:nvPr/>
        </p:nvSpPr>
        <p:spPr>
          <a:xfrm>
            <a:off x="6053328" y="3246120"/>
            <a:ext cx="2633472" cy="960120"/>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151" name="Rectangle 200150"/>
          <p:cNvSpPr/>
          <p:nvPr/>
        </p:nvSpPr>
        <p:spPr>
          <a:xfrm>
            <a:off x="6053328" y="3374136"/>
            <a:ext cx="50292" cy="704088"/>
          </a:xfrm>
          <a:prstGeom prst="rect">
            <a:avLst/>
          </a:prstGeom>
          <a:solidFill>
            <a:srgbClr val="E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152" name="Rounded Rectangle 200151"/>
          <p:cNvSpPr/>
          <p:nvPr/>
        </p:nvSpPr>
        <p:spPr>
          <a:xfrm>
            <a:off x="6236208" y="3374136"/>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8" name="icon-shield"/>
          <p:cNvGrpSpPr/>
          <p:nvPr/>
        </p:nvGrpSpPr>
        <p:grpSpPr>
          <a:xfrm>
            <a:off x="6332769" y="3470697"/>
            <a:ext cx="209215" cy="209215"/>
            <a:chOff x="0" y="0"/>
            <a:chExt cx="100" cy="100"/>
          </a:xfrm>
        </p:grpSpPr>
        <p:sp>
          <p:nvSpPr>
            <p:cNvPr id="29" name="g"/>
            <p:cNvSpPr/>
            <p:nvPr/>
          </p:nvSpPr>
          <p:spPr>
            <a:xfrm>
              <a:off x="0" y="0"/>
              <a:ext cx="100" cy="100"/>
            </a:xfrm>
            <a:custGeom>
              <a:avLst/>
              <a:gdLst/>
              <a:ahLst/>
              <a:cxnLst/>
              <a:rect l="0" t="0" r="100" b="100"/>
              <a:pathLst>
                <a:path w="100" h="100" fill="none">
                  <a:moveTo>
                    <a:pt x="50" y="16"/>
                  </a:moveTo>
                  <a:lnTo>
                    <a:pt x="80" y="26"/>
                  </a:lnTo>
                  <a:lnTo>
                    <a:pt x="80" y="52"/>
                  </a:lnTo>
                  <a:lnTo>
                    <a:pt x="50" y="86"/>
                  </a:lnTo>
                  <a:lnTo>
                    <a:pt x="20" y="52"/>
                  </a:lnTo>
                  <a:lnTo>
                    <a:pt x="20" y="26"/>
                  </a:lnTo>
                  <a:close/>
                  <a:moveTo>
                    <a:pt x="38" y="50"/>
                  </a:moveTo>
                  <a:lnTo>
                    <a:pt x="47" y="60"/>
                  </a:lnTo>
                  <a:lnTo>
                    <a:pt x="64" y="40"/>
                  </a:lnTo>
                </a:path>
              </a:pathLst>
            </a:custGeom>
            <a:noFill/>
            <a:ln w="33020" cap="rnd">
              <a:solidFill>
                <a:srgbClr val="E8862B"/>
              </a:solidFill>
              <a:round/>
            </a:ln>
          </p:spPr>
          <p:txBody>
            <a:bodyPr/>
            <a:lstStyle/>
            <a:p>
              <a:endParaRPr/>
            </a:p>
          </p:txBody>
        </p:sp>
      </p:grpSp>
      <p:sp>
        <p:nvSpPr>
          <p:cNvPr id="200153" name="TextBox 200152"/>
          <p:cNvSpPr txBox="1"/>
          <p:nvPr/>
        </p:nvSpPr>
        <p:spPr>
          <a:xfrm>
            <a:off x="6748272" y="3374136"/>
            <a:ext cx="1810512" cy="146194"/>
          </a:xfrm>
          <a:prstGeom prst="rect">
            <a:avLst/>
          </a:prstGeom>
          <a:noFill/>
        </p:spPr>
        <p:txBody>
          <a:bodyPr wrap="square" lIns="0" tIns="0" rIns="0" bIns="0">
            <a:spAutoFit/>
          </a:bodyPr>
          <a:lstStyle/>
          <a:p>
            <a:pPr algn="l"/>
            <a:r>
              <a:rPr lang="en-US" sz="950" b="1">
                <a:solidFill>
                  <a:srgbClr val="0A0A0A"/>
                </a:solidFill>
                <a:latin typeface="Aptos Display"/>
              </a:rPr>
              <a:t>Proven in Production</a:t>
            </a:r>
          </a:p>
        </p:txBody>
      </p:sp>
      <p:sp>
        <p:nvSpPr>
          <p:cNvPr id="200154" name="TextBox 200153"/>
          <p:cNvSpPr txBox="1"/>
          <p:nvPr/>
        </p:nvSpPr>
        <p:spPr>
          <a:xfrm>
            <a:off x="6236208" y="3822192"/>
            <a:ext cx="2304288" cy="230832"/>
          </a:xfrm>
          <a:prstGeom prst="rect">
            <a:avLst/>
          </a:prstGeom>
          <a:noFill/>
        </p:spPr>
        <p:txBody>
          <a:bodyPr wrap="square" lIns="0" tIns="0" rIns="0" bIns="0">
            <a:spAutoFit/>
          </a:bodyPr>
          <a:lstStyle/>
          <a:p>
            <a:pPr algn="l"/>
            <a:r>
              <a:rPr lang="en-US" sz="750" b="0">
                <a:solidFill>
                  <a:srgbClr val="4A4A4A"/>
                </a:solidFill>
                <a:latin typeface="Aptos"/>
              </a:rPr>
              <a:t>Startups we built for are live today and transacting commercially at scale.</a:t>
            </a:r>
          </a:p>
        </p:txBody>
      </p:sp>
      <p:sp>
        <p:nvSpPr>
          <p:cNvPr id="31" name="TextBox 30">
            <a:extLst>
              <a:ext uri="{FF2B5EF4-FFF2-40B4-BE49-F238E27FC236}">
                <a16:creationId xmlns:a16="http://schemas.microsoft.com/office/drawing/2014/main" id="{533250A3-EC37-CD66-D393-B7A9D909B38F}"/>
              </a:ext>
            </a:extLst>
          </p:cNvPr>
          <p:cNvSpPr txBox="1"/>
          <p:nvPr/>
        </p:nvSpPr>
        <p:spPr>
          <a:xfrm>
            <a:off x="457200" y="4864608"/>
            <a:ext cx="4572000" cy="123111"/>
          </a:xfrm>
          <a:prstGeom prst="rect">
            <a:avLst/>
          </a:prstGeom>
          <a:noFill/>
        </p:spPr>
        <p:txBody>
          <a:bodyPr wrap="square" lIns="0" tIns="0" rIns="0" bIns="0" anchor="t">
            <a:spAutoFit/>
          </a:bodyPr>
          <a:lstStyle/>
          <a:p>
            <a:r>
              <a:rPr lang="en-US" sz="800" err="1">
                <a:solidFill>
                  <a:srgbClr val="4A4A4A"/>
                </a:solidFill>
                <a:latin typeface="Aptos"/>
              </a:rPr>
              <a:t>RazorSharpFocus</a:t>
            </a:r>
            <a:r>
              <a:rPr lang="en-US" sz="800">
                <a:solidFill>
                  <a:srgbClr val="4A4A4A"/>
                </a:solidFill>
                <a:latin typeface="Aptos"/>
              </a:rPr>
              <a:t> Intelligence </a:t>
            </a:r>
            <a:r>
              <a:rPr lang="en-US" sz="800" b="0">
                <a:solidFill>
                  <a:srgbClr val="4A4A4A"/>
                </a:solidFill>
                <a:latin typeface="Aptos"/>
              </a:rPr>
              <a:t> Private Limited</a:t>
            </a:r>
          </a:p>
        </p:txBody>
      </p:sp>
      <p:sp>
        <p:nvSpPr>
          <p:cNvPr id="33" name="TextBox 32">
            <a:extLst>
              <a:ext uri="{FF2B5EF4-FFF2-40B4-BE49-F238E27FC236}">
                <a16:creationId xmlns:a16="http://schemas.microsoft.com/office/drawing/2014/main" id="{10916DDC-9326-DCAF-A85D-F276C97CEB69}"/>
              </a:ext>
            </a:extLst>
          </p:cNvPr>
          <p:cNvSpPr txBox="1"/>
          <p:nvPr/>
        </p:nvSpPr>
        <p:spPr>
          <a:xfrm>
            <a:off x="2743200" y="4864608"/>
            <a:ext cx="3657600" cy="123111"/>
          </a:xfrm>
          <a:prstGeom prst="rect">
            <a:avLst/>
          </a:prstGeom>
          <a:noFill/>
        </p:spPr>
        <p:txBody>
          <a:bodyPr wrap="square" lIns="0" tIns="0" rIns="0" bIns="0" anchor="t">
            <a:spAutoFit/>
          </a:bodyPr>
          <a:lstStyle/>
          <a:p>
            <a:pPr algn="ctr"/>
            <a:r>
              <a:rPr lang="en-US" sz="800">
                <a:solidFill>
                  <a:schemeClr val="bg1">
                    <a:lumMod val="49000"/>
                  </a:schemeClr>
                </a:solidFill>
                <a:latin typeface="Calibri"/>
                <a:ea typeface="Calibri"/>
                <a:cs typeface="Calibri"/>
              </a:rPr>
              <a:t>Engineering Intelligent Business Execution</a:t>
            </a:r>
            <a:endParaRPr lang="en-US">
              <a:solidFill>
                <a:schemeClr val="bg1">
                  <a:lumMod val="49000"/>
                </a:schemeClr>
              </a:solidFill>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0292"/>
          </a:xfrm>
          <a:prstGeom prst="rect">
            <a:avLst/>
          </a:prstGeom>
          <a:gradFill>
            <a:gsLst>
              <a:gs pos="0">
                <a:srgbClr val="F57C1F"/>
              </a:gs>
              <a:gs pos="100000">
                <a:srgbClr val="FF7A00"/>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283464"/>
            <a:ext cx="146304" cy="146304"/>
          </a:xfrm>
          <a:prstGeom prst="roundRect">
            <a:avLst>
              <a:gd name="adj" fmla="val 30000"/>
            </a:avLst>
          </a:prstGeom>
          <a:gradFill>
            <a:gsLst>
              <a:gs pos="0">
                <a:srgbClr val="F57C1F"/>
              </a:gs>
              <a:gs pos="100000">
                <a:srgbClr val="FF7A00"/>
              </a:gs>
            </a:gsLst>
            <a:lin ang="27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94944" y="274320"/>
            <a:ext cx="6949440" cy="153888"/>
          </a:xfrm>
          <a:prstGeom prst="rect">
            <a:avLst/>
          </a:prstGeom>
          <a:noFill/>
        </p:spPr>
        <p:txBody>
          <a:bodyPr wrap="square" lIns="0" tIns="0" rIns="0" bIns="0">
            <a:spAutoFit/>
          </a:bodyPr>
          <a:lstStyle/>
          <a:p>
            <a:pPr algn="l"/>
            <a:r>
              <a:rPr lang="en-US" sz="1000" b="1" spc="180">
                <a:solidFill>
                  <a:srgbClr val="F57C1F"/>
                </a:solidFill>
                <a:latin typeface="Aptos"/>
              </a:rPr>
              <a:t>WHY IT MATTERS</a:t>
            </a:r>
          </a:p>
        </p:txBody>
      </p:sp>
      <p:sp>
        <p:nvSpPr>
          <p:cNvPr id="6" name="TextBox 5"/>
          <p:cNvSpPr txBox="1"/>
          <p:nvPr/>
        </p:nvSpPr>
        <p:spPr>
          <a:xfrm>
            <a:off x="457200" y="584990"/>
            <a:ext cx="8229600" cy="338554"/>
          </a:xfrm>
          <a:prstGeom prst="rect">
            <a:avLst/>
          </a:prstGeom>
          <a:noFill/>
        </p:spPr>
        <p:txBody>
          <a:bodyPr wrap="square" lIns="0" tIns="0" rIns="0" bIns="0" anchor="b">
            <a:spAutoFit/>
          </a:bodyPr>
          <a:lstStyle/>
          <a:p>
            <a:pPr algn="l"/>
            <a:r>
              <a:rPr lang="en-US" sz="2200" b="1">
                <a:solidFill>
                  <a:srgbClr val="0A0A0A"/>
                </a:solidFill>
                <a:latin typeface="Aptos Display"/>
              </a:rPr>
              <a:t>Why Fintech Founders Need One Partner</a:t>
            </a:r>
          </a:p>
        </p:txBody>
      </p:sp>
      <p:sp>
        <p:nvSpPr>
          <p:cNvPr id="7" name="TextBox 6"/>
          <p:cNvSpPr txBox="1"/>
          <p:nvPr/>
        </p:nvSpPr>
        <p:spPr>
          <a:xfrm>
            <a:off x="457200" y="905256"/>
            <a:ext cx="8229600" cy="176972"/>
          </a:xfrm>
          <a:prstGeom prst="rect">
            <a:avLst/>
          </a:prstGeom>
          <a:noFill/>
        </p:spPr>
        <p:txBody>
          <a:bodyPr wrap="square" lIns="0" tIns="0" rIns="0" bIns="0">
            <a:spAutoFit/>
          </a:bodyPr>
          <a:lstStyle/>
          <a:p>
            <a:pPr algn="l"/>
            <a:r>
              <a:rPr lang="en-US" sz="1150" b="0">
                <a:solidFill>
                  <a:srgbClr val="4A4A4A"/>
                </a:solidFill>
                <a:latin typeface="Aptos"/>
              </a:rPr>
              <a:t>Six reasons launching a fintech alone takes longer and costs more.</a:t>
            </a:r>
          </a:p>
        </p:txBody>
      </p:sp>
      <p:cxnSp>
        <p:nvCxnSpPr>
          <p:cNvPr id="8" name="Connector 7"/>
          <p:cNvCxnSpPr/>
          <p:nvPr/>
        </p:nvCxnSpPr>
        <p:spPr>
          <a:xfrm>
            <a:off x="457200" y="4828032"/>
            <a:ext cx="8229600" cy="0"/>
          </a:xfrm>
          <a:prstGeom prst="line">
            <a:avLst/>
          </a:prstGeom>
          <a:ln w="9525">
            <a:solidFill>
              <a:srgbClr val="E6E6E6"/>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589520" y="4864608"/>
            <a:ext cx="1097280" cy="123111"/>
          </a:xfrm>
          <a:prstGeom prst="rect">
            <a:avLst/>
          </a:prstGeom>
          <a:noFill/>
        </p:spPr>
        <p:txBody>
          <a:bodyPr wrap="square" lIns="0" tIns="0" rIns="0" bIns="0">
            <a:spAutoFit/>
          </a:bodyPr>
          <a:lstStyle/>
          <a:p>
            <a:pPr algn="r"/>
            <a:r>
              <a:rPr lang="en-US" sz="800" b="0">
                <a:solidFill>
                  <a:srgbClr val="4A4A4A"/>
                </a:solidFill>
                <a:latin typeface="Aptos"/>
              </a:rPr>
              <a:t>03 / 11</a:t>
            </a:r>
          </a:p>
        </p:txBody>
      </p:sp>
      <p:sp>
        <p:nvSpPr>
          <p:cNvPr id="12" name="Rounded Rectangle 11"/>
          <p:cNvSpPr/>
          <p:nvPr/>
        </p:nvSpPr>
        <p:spPr>
          <a:xfrm>
            <a:off x="457200" y="1280160"/>
            <a:ext cx="2633472" cy="1207008"/>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1408176"/>
            <a:ext cx="50292" cy="950976"/>
          </a:xfrm>
          <a:prstGeom prst="rect">
            <a:avLst/>
          </a:prstGeom>
          <a:solidFill>
            <a:srgbClr val="F57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40080" y="1408176"/>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00091" name="icon-mobile"/>
          <p:cNvGrpSpPr/>
          <p:nvPr/>
        </p:nvGrpSpPr>
        <p:grpSpPr>
          <a:xfrm>
            <a:off x="736641" y="1504737"/>
            <a:ext cx="209215" cy="209215"/>
            <a:chOff x="0" y="0"/>
            <a:chExt cx="100" cy="100"/>
          </a:xfrm>
        </p:grpSpPr>
        <p:sp>
          <p:nvSpPr>
            <p:cNvPr id="200092" name="g"/>
            <p:cNvSpPr/>
            <p:nvPr/>
          </p:nvSpPr>
          <p:spPr>
            <a:xfrm>
              <a:off x="0" y="0"/>
              <a:ext cx="100" cy="100"/>
            </a:xfrm>
            <a:custGeom>
              <a:avLst/>
              <a:gdLst/>
              <a:ahLst/>
              <a:cxnLst/>
              <a:rect l="0" t="0" r="100" b="100"/>
              <a:pathLst>
                <a:path w="100" h="100" fill="none">
                  <a:moveTo>
                    <a:pt x="36" y="16"/>
                  </a:moveTo>
                  <a:lnTo>
                    <a:pt x="64" y="16"/>
                  </a:lnTo>
                  <a:lnTo>
                    <a:pt x="64" y="84"/>
                  </a:lnTo>
                  <a:lnTo>
                    <a:pt x="36" y="84"/>
                  </a:lnTo>
                  <a:close/>
                  <a:moveTo>
                    <a:pt x="44" y="22"/>
                  </a:moveTo>
                  <a:lnTo>
                    <a:pt x="56" y="22"/>
                  </a:lnTo>
                </a:path>
              </a:pathLst>
            </a:custGeom>
            <a:noFill/>
            <a:ln w="33020" cap="rnd">
              <a:solidFill>
                <a:srgbClr val="F57C1F"/>
              </a:solidFill>
              <a:round/>
            </a:ln>
          </p:spPr>
          <p:txBody>
            <a:bodyPr/>
            <a:lstStyle/>
            <a:p>
              <a:endParaRPr/>
            </a:p>
          </p:txBody>
        </p:sp>
        <p:sp>
          <p:nvSpPr>
            <p:cNvPr id="200093" name="e"/>
            <p:cNvSpPr/>
            <p:nvPr/>
          </p:nvSpPr>
          <p:spPr>
            <a:xfrm>
              <a:off x="47" y="73"/>
              <a:ext cx="6" cy="6"/>
            </a:xfrm>
            <a:prstGeom prst="ellipse">
              <a:avLst/>
            </a:prstGeom>
            <a:solidFill>
              <a:srgbClr val="F57C1F"/>
            </a:solidFill>
            <a:ln>
              <a:noFill/>
            </a:ln>
          </p:spPr>
          <p:txBody>
            <a:bodyPr/>
            <a:lstStyle/>
            <a:p>
              <a:endParaRPr/>
            </a:p>
          </p:txBody>
        </p:sp>
      </p:grpSp>
      <p:sp>
        <p:nvSpPr>
          <p:cNvPr id="200094" name="TextBox 200093"/>
          <p:cNvSpPr txBox="1"/>
          <p:nvPr/>
        </p:nvSpPr>
        <p:spPr>
          <a:xfrm>
            <a:off x="1152144" y="1408176"/>
            <a:ext cx="1810512" cy="161583"/>
          </a:xfrm>
          <a:prstGeom prst="rect">
            <a:avLst/>
          </a:prstGeom>
          <a:noFill/>
        </p:spPr>
        <p:txBody>
          <a:bodyPr wrap="square" lIns="0" tIns="0" rIns="0" bIns="0">
            <a:spAutoFit/>
          </a:bodyPr>
          <a:lstStyle/>
          <a:p>
            <a:pPr algn="l"/>
            <a:r>
              <a:rPr lang="en-US" sz="1050" b="1">
                <a:solidFill>
                  <a:srgbClr val="0A0A0A"/>
                </a:solidFill>
                <a:latin typeface="Aptos Display"/>
              </a:rPr>
              <a:t>Complex Rails</a:t>
            </a:r>
          </a:p>
        </p:txBody>
      </p:sp>
      <p:sp>
        <p:nvSpPr>
          <p:cNvPr id="200095" name="TextBox 200094"/>
          <p:cNvSpPr txBox="1"/>
          <p:nvPr/>
        </p:nvSpPr>
        <p:spPr>
          <a:xfrm>
            <a:off x="640080" y="2103120"/>
            <a:ext cx="2304288" cy="246221"/>
          </a:xfrm>
          <a:prstGeom prst="rect">
            <a:avLst/>
          </a:prstGeom>
          <a:noFill/>
        </p:spPr>
        <p:txBody>
          <a:bodyPr wrap="square" lIns="0" tIns="0" rIns="0" bIns="0">
            <a:spAutoFit/>
          </a:bodyPr>
          <a:lstStyle/>
          <a:p>
            <a:pPr algn="l"/>
            <a:r>
              <a:rPr lang="en-US" sz="800" b="0">
                <a:solidFill>
                  <a:srgbClr val="4A4A4A"/>
                </a:solidFill>
                <a:latin typeface="Aptos"/>
              </a:rPr>
              <a:t>UPI, cards, wallets and settlement each carry their own engineering depth.</a:t>
            </a:r>
          </a:p>
        </p:txBody>
      </p:sp>
      <p:sp>
        <p:nvSpPr>
          <p:cNvPr id="200096" name="Rounded Rectangle 200095"/>
          <p:cNvSpPr/>
          <p:nvPr/>
        </p:nvSpPr>
        <p:spPr>
          <a:xfrm>
            <a:off x="3255264" y="1280160"/>
            <a:ext cx="2633472" cy="1207008"/>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097" name="Rectangle 200096"/>
          <p:cNvSpPr/>
          <p:nvPr/>
        </p:nvSpPr>
        <p:spPr>
          <a:xfrm>
            <a:off x="3255264" y="1408176"/>
            <a:ext cx="50292" cy="950976"/>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098" name="Rounded Rectangle 200097"/>
          <p:cNvSpPr/>
          <p:nvPr/>
        </p:nvSpPr>
        <p:spPr>
          <a:xfrm>
            <a:off x="3438144" y="1408176"/>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 name="icon-check"/>
          <p:cNvGrpSpPr/>
          <p:nvPr/>
        </p:nvGrpSpPr>
        <p:grpSpPr>
          <a:xfrm>
            <a:off x="3534705" y="1504737"/>
            <a:ext cx="209215" cy="209215"/>
            <a:chOff x="0" y="0"/>
            <a:chExt cx="100" cy="100"/>
          </a:xfrm>
        </p:grpSpPr>
        <p:sp>
          <p:nvSpPr>
            <p:cNvPr id="16" name="g"/>
            <p:cNvSpPr/>
            <p:nvPr/>
          </p:nvSpPr>
          <p:spPr>
            <a:xfrm>
              <a:off x="0" y="0"/>
              <a:ext cx="100" cy="100"/>
            </a:xfrm>
            <a:custGeom>
              <a:avLst/>
              <a:gdLst/>
              <a:ahLst/>
              <a:cxnLst/>
              <a:rect l="0" t="0" r="100" b="100"/>
              <a:pathLst>
                <a:path w="100" h="100" fill="none">
                  <a:moveTo>
                    <a:pt x="26" y="52"/>
                  </a:moveTo>
                  <a:lnTo>
                    <a:pt x="43" y="70"/>
                  </a:lnTo>
                  <a:lnTo>
                    <a:pt x="76" y="32"/>
                  </a:lnTo>
                </a:path>
              </a:pathLst>
            </a:custGeom>
            <a:noFill/>
            <a:ln w="33020" cap="rnd">
              <a:solidFill>
                <a:srgbClr val="FF7A00"/>
              </a:solidFill>
              <a:round/>
            </a:ln>
          </p:spPr>
          <p:txBody>
            <a:bodyPr/>
            <a:lstStyle/>
            <a:p>
              <a:endParaRPr/>
            </a:p>
          </p:txBody>
        </p:sp>
      </p:grpSp>
      <p:sp>
        <p:nvSpPr>
          <p:cNvPr id="200099" name="TextBox 200098"/>
          <p:cNvSpPr txBox="1"/>
          <p:nvPr/>
        </p:nvSpPr>
        <p:spPr>
          <a:xfrm>
            <a:off x="3950208" y="1408176"/>
            <a:ext cx="1810512" cy="161583"/>
          </a:xfrm>
          <a:prstGeom prst="rect">
            <a:avLst/>
          </a:prstGeom>
          <a:noFill/>
        </p:spPr>
        <p:txBody>
          <a:bodyPr wrap="square" lIns="0" tIns="0" rIns="0" bIns="0">
            <a:spAutoFit/>
          </a:bodyPr>
          <a:lstStyle/>
          <a:p>
            <a:pPr algn="l"/>
            <a:r>
              <a:rPr lang="en-US" sz="1050" b="1">
                <a:solidFill>
                  <a:srgbClr val="0A0A0A"/>
                </a:solidFill>
                <a:latin typeface="Aptos Display"/>
              </a:rPr>
              <a:t>Bank Dependencies</a:t>
            </a:r>
          </a:p>
        </p:txBody>
      </p:sp>
      <p:sp>
        <p:nvSpPr>
          <p:cNvPr id="200100" name="TextBox 200099"/>
          <p:cNvSpPr txBox="1"/>
          <p:nvPr/>
        </p:nvSpPr>
        <p:spPr>
          <a:xfrm>
            <a:off x="3438144" y="2103120"/>
            <a:ext cx="2304288" cy="246221"/>
          </a:xfrm>
          <a:prstGeom prst="rect">
            <a:avLst/>
          </a:prstGeom>
          <a:noFill/>
        </p:spPr>
        <p:txBody>
          <a:bodyPr wrap="square" lIns="0" tIns="0" rIns="0" bIns="0">
            <a:spAutoFit/>
          </a:bodyPr>
          <a:lstStyle/>
          <a:p>
            <a:pPr algn="l"/>
            <a:r>
              <a:rPr lang="en-US" sz="800" b="0">
                <a:solidFill>
                  <a:srgbClr val="4A4A4A"/>
                </a:solidFill>
                <a:latin typeface="Aptos"/>
              </a:rPr>
              <a:t>Nothing moves without a sponsor bank and an aggregator relationship in place.</a:t>
            </a:r>
          </a:p>
        </p:txBody>
      </p:sp>
      <p:sp>
        <p:nvSpPr>
          <p:cNvPr id="200101" name="Rounded Rectangle 200100"/>
          <p:cNvSpPr/>
          <p:nvPr/>
        </p:nvSpPr>
        <p:spPr>
          <a:xfrm>
            <a:off x="6053328" y="1280160"/>
            <a:ext cx="2633472" cy="1207008"/>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102" name="Rectangle 200101"/>
          <p:cNvSpPr/>
          <p:nvPr/>
        </p:nvSpPr>
        <p:spPr>
          <a:xfrm>
            <a:off x="6053328" y="1408176"/>
            <a:ext cx="50292" cy="950976"/>
          </a:xfrm>
          <a:prstGeom prst="rect">
            <a:avLst/>
          </a:prstGeom>
          <a:solidFill>
            <a:srgbClr val="E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103" name="Rounded Rectangle 200102"/>
          <p:cNvSpPr/>
          <p:nvPr/>
        </p:nvSpPr>
        <p:spPr>
          <a:xfrm>
            <a:off x="6236208" y="1408176"/>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7" name="icon-chart"/>
          <p:cNvGrpSpPr/>
          <p:nvPr/>
        </p:nvGrpSpPr>
        <p:grpSpPr>
          <a:xfrm>
            <a:off x="6332769" y="1504737"/>
            <a:ext cx="209215" cy="209215"/>
            <a:chOff x="0" y="0"/>
            <a:chExt cx="100" cy="100"/>
          </a:xfrm>
        </p:grpSpPr>
        <p:sp>
          <p:nvSpPr>
            <p:cNvPr id="18" name="g"/>
            <p:cNvSpPr/>
            <p:nvPr/>
          </p:nvSpPr>
          <p:spPr>
            <a:xfrm>
              <a:off x="0" y="0"/>
              <a:ext cx="100" cy="100"/>
            </a:xfrm>
            <a:custGeom>
              <a:avLst/>
              <a:gdLst/>
              <a:ahLst/>
              <a:cxnLst/>
              <a:rect l="0" t="0" r="100" b="100"/>
              <a:pathLst>
                <a:path w="100" h="100" fill="none">
                  <a:moveTo>
                    <a:pt x="24" y="22"/>
                  </a:moveTo>
                  <a:lnTo>
                    <a:pt x="24" y="80"/>
                  </a:lnTo>
                  <a:lnTo>
                    <a:pt x="82" y="80"/>
                  </a:lnTo>
                  <a:moveTo>
                    <a:pt x="34" y="58"/>
                  </a:moveTo>
                  <a:lnTo>
                    <a:pt x="34" y="80"/>
                  </a:lnTo>
                  <a:moveTo>
                    <a:pt x="50" y="44"/>
                  </a:moveTo>
                  <a:lnTo>
                    <a:pt x="50" y="80"/>
                  </a:lnTo>
                  <a:moveTo>
                    <a:pt x="66" y="32"/>
                  </a:moveTo>
                  <a:lnTo>
                    <a:pt x="66" y="80"/>
                  </a:lnTo>
                  <a:moveTo>
                    <a:pt x="30" y="58"/>
                  </a:moveTo>
                  <a:lnTo>
                    <a:pt x="38" y="58"/>
                  </a:lnTo>
                  <a:moveTo>
                    <a:pt x="46" y="44"/>
                  </a:moveTo>
                  <a:lnTo>
                    <a:pt x="54" y="44"/>
                  </a:lnTo>
                  <a:moveTo>
                    <a:pt x="62" y="32"/>
                  </a:moveTo>
                  <a:lnTo>
                    <a:pt x="70" y="32"/>
                  </a:lnTo>
                </a:path>
              </a:pathLst>
            </a:custGeom>
            <a:noFill/>
            <a:ln w="33020" cap="rnd">
              <a:solidFill>
                <a:srgbClr val="E8862B"/>
              </a:solidFill>
              <a:round/>
            </a:ln>
          </p:spPr>
          <p:txBody>
            <a:bodyPr/>
            <a:lstStyle/>
            <a:p>
              <a:endParaRPr/>
            </a:p>
          </p:txBody>
        </p:sp>
      </p:grpSp>
      <p:sp>
        <p:nvSpPr>
          <p:cNvPr id="200104" name="TextBox 200103"/>
          <p:cNvSpPr txBox="1"/>
          <p:nvPr/>
        </p:nvSpPr>
        <p:spPr>
          <a:xfrm>
            <a:off x="6748272" y="1408176"/>
            <a:ext cx="1810512" cy="161583"/>
          </a:xfrm>
          <a:prstGeom prst="rect">
            <a:avLst/>
          </a:prstGeom>
          <a:noFill/>
        </p:spPr>
        <p:txBody>
          <a:bodyPr wrap="square" lIns="0" tIns="0" rIns="0" bIns="0">
            <a:spAutoFit/>
          </a:bodyPr>
          <a:lstStyle/>
          <a:p>
            <a:pPr algn="l"/>
            <a:r>
              <a:rPr lang="en-US" sz="1050" b="1">
                <a:solidFill>
                  <a:srgbClr val="0A0A0A"/>
                </a:solidFill>
                <a:latin typeface="Aptos Display"/>
              </a:rPr>
              <a:t>Compliance Load</a:t>
            </a:r>
          </a:p>
        </p:txBody>
      </p:sp>
      <p:sp>
        <p:nvSpPr>
          <p:cNvPr id="200105" name="TextBox 200104"/>
          <p:cNvSpPr txBox="1"/>
          <p:nvPr/>
        </p:nvSpPr>
        <p:spPr>
          <a:xfrm>
            <a:off x="6236208" y="2103120"/>
            <a:ext cx="2304288" cy="246221"/>
          </a:xfrm>
          <a:prstGeom prst="rect">
            <a:avLst/>
          </a:prstGeom>
          <a:noFill/>
        </p:spPr>
        <p:txBody>
          <a:bodyPr wrap="square" lIns="0" tIns="0" rIns="0" bIns="0">
            <a:spAutoFit/>
          </a:bodyPr>
          <a:lstStyle/>
          <a:p>
            <a:pPr algn="l"/>
            <a:r>
              <a:rPr lang="en-US" sz="800" b="0">
                <a:solidFill>
                  <a:srgbClr val="4A4A4A"/>
                </a:solidFill>
                <a:latin typeface="Aptos"/>
              </a:rPr>
              <a:t>Licences, audits and certifications decide whether you can go live at all.</a:t>
            </a:r>
          </a:p>
        </p:txBody>
      </p:sp>
      <p:sp>
        <p:nvSpPr>
          <p:cNvPr id="200106" name="Rounded Rectangle 200105"/>
          <p:cNvSpPr/>
          <p:nvPr/>
        </p:nvSpPr>
        <p:spPr>
          <a:xfrm>
            <a:off x="457200" y="2615184"/>
            <a:ext cx="2633472" cy="1207008"/>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107" name="Rectangle 200106"/>
          <p:cNvSpPr/>
          <p:nvPr/>
        </p:nvSpPr>
        <p:spPr>
          <a:xfrm>
            <a:off x="457200" y="2743200"/>
            <a:ext cx="50292" cy="950976"/>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108" name="Rounded Rectangle 200107"/>
          <p:cNvSpPr/>
          <p:nvPr/>
        </p:nvSpPr>
        <p:spPr>
          <a:xfrm>
            <a:off x="640080" y="2743200"/>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9" name="icon-gear"/>
          <p:cNvGrpSpPr/>
          <p:nvPr/>
        </p:nvGrpSpPr>
        <p:grpSpPr>
          <a:xfrm>
            <a:off x="736641" y="2839761"/>
            <a:ext cx="209215" cy="209215"/>
            <a:chOff x="0" y="0"/>
            <a:chExt cx="100" cy="100"/>
          </a:xfrm>
        </p:grpSpPr>
        <p:sp>
          <p:nvSpPr>
            <p:cNvPr id="20" name="g"/>
            <p:cNvSpPr/>
            <p:nvPr/>
          </p:nvSpPr>
          <p:spPr>
            <a:xfrm>
              <a:off x="0" y="0"/>
              <a:ext cx="100" cy="100"/>
            </a:xfrm>
            <a:custGeom>
              <a:avLst/>
              <a:gdLst/>
              <a:ahLst/>
              <a:cxnLst/>
              <a:rect l="0" t="0" r="100" b="100"/>
              <a:pathLst>
                <a:path w="100" h="100" fill="none">
                  <a:moveTo>
                    <a:pt x="50" y="22"/>
                  </a:moveTo>
                  <a:lnTo>
                    <a:pt x="50" y="32"/>
                  </a:lnTo>
                  <a:moveTo>
                    <a:pt x="50" y="68"/>
                  </a:moveTo>
                  <a:lnTo>
                    <a:pt x="50" y="78"/>
                  </a:lnTo>
                  <a:moveTo>
                    <a:pt x="22" y="50"/>
                  </a:moveTo>
                  <a:lnTo>
                    <a:pt x="32" y="50"/>
                  </a:lnTo>
                  <a:moveTo>
                    <a:pt x="68" y="50"/>
                  </a:moveTo>
                  <a:lnTo>
                    <a:pt x="78" y="50"/>
                  </a:lnTo>
                  <a:moveTo>
                    <a:pt x="30" y="30"/>
                  </a:moveTo>
                  <a:lnTo>
                    <a:pt x="37" y="37"/>
                  </a:lnTo>
                  <a:moveTo>
                    <a:pt x="63" y="63"/>
                  </a:moveTo>
                  <a:lnTo>
                    <a:pt x="70" y="70"/>
                  </a:lnTo>
                  <a:moveTo>
                    <a:pt x="70" y="30"/>
                  </a:moveTo>
                  <a:lnTo>
                    <a:pt x="63" y="37"/>
                  </a:lnTo>
                  <a:moveTo>
                    <a:pt x="37" y="63"/>
                  </a:moveTo>
                  <a:lnTo>
                    <a:pt x="30" y="70"/>
                  </a:lnTo>
                </a:path>
              </a:pathLst>
            </a:custGeom>
            <a:noFill/>
            <a:ln w="33020" cap="rnd">
              <a:solidFill>
                <a:srgbClr val="F5A623"/>
              </a:solidFill>
              <a:round/>
            </a:ln>
          </p:spPr>
          <p:txBody>
            <a:bodyPr/>
            <a:lstStyle/>
            <a:p>
              <a:endParaRPr/>
            </a:p>
          </p:txBody>
        </p:sp>
        <p:sp>
          <p:nvSpPr>
            <p:cNvPr id="21" name="e"/>
            <p:cNvSpPr/>
            <p:nvPr/>
          </p:nvSpPr>
          <p:spPr>
            <a:xfrm>
              <a:off x="38" y="38"/>
              <a:ext cx="24" cy="24"/>
            </a:xfrm>
            <a:prstGeom prst="ellipse">
              <a:avLst/>
            </a:prstGeom>
            <a:noFill/>
            <a:ln w="33020">
              <a:solidFill>
                <a:srgbClr val="F5A623"/>
              </a:solidFill>
            </a:ln>
          </p:spPr>
          <p:txBody>
            <a:bodyPr/>
            <a:lstStyle/>
            <a:p>
              <a:endParaRPr/>
            </a:p>
          </p:txBody>
        </p:sp>
      </p:grpSp>
      <p:sp>
        <p:nvSpPr>
          <p:cNvPr id="200109" name="TextBox 200108"/>
          <p:cNvSpPr txBox="1"/>
          <p:nvPr/>
        </p:nvSpPr>
        <p:spPr>
          <a:xfrm>
            <a:off x="1152144" y="2743200"/>
            <a:ext cx="1810512" cy="161583"/>
          </a:xfrm>
          <a:prstGeom prst="rect">
            <a:avLst/>
          </a:prstGeom>
          <a:noFill/>
        </p:spPr>
        <p:txBody>
          <a:bodyPr wrap="square" lIns="0" tIns="0" rIns="0" bIns="0">
            <a:spAutoFit/>
          </a:bodyPr>
          <a:lstStyle/>
          <a:p>
            <a:pPr algn="l"/>
            <a:r>
              <a:rPr lang="en-US" sz="1050" b="1">
                <a:solidFill>
                  <a:srgbClr val="0A0A0A"/>
                </a:solidFill>
                <a:latin typeface="Aptos Display"/>
              </a:rPr>
              <a:t>Slow In-House Builds</a:t>
            </a:r>
          </a:p>
        </p:txBody>
      </p:sp>
      <p:sp>
        <p:nvSpPr>
          <p:cNvPr id="200110" name="TextBox 200109"/>
          <p:cNvSpPr txBox="1"/>
          <p:nvPr/>
        </p:nvSpPr>
        <p:spPr>
          <a:xfrm>
            <a:off x="640080" y="3438144"/>
            <a:ext cx="2304288" cy="246221"/>
          </a:xfrm>
          <a:prstGeom prst="rect">
            <a:avLst/>
          </a:prstGeom>
          <a:noFill/>
        </p:spPr>
        <p:txBody>
          <a:bodyPr wrap="square" lIns="0" tIns="0" rIns="0" bIns="0">
            <a:spAutoFit/>
          </a:bodyPr>
          <a:lstStyle/>
          <a:p>
            <a:pPr algn="l"/>
            <a:r>
              <a:rPr lang="en-US" sz="800" b="0">
                <a:solidFill>
                  <a:srgbClr val="4A4A4A"/>
                </a:solidFill>
                <a:latin typeface="Aptos"/>
              </a:rPr>
              <a:t>Hiring a payments team costs 6 to 12 months before a single transaction.</a:t>
            </a:r>
          </a:p>
        </p:txBody>
      </p:sp>
      <p:sp>
        <p:nvSpPr>
          <p:cNvPr id="200111" name="Rounded Rectangle 200110"/>
          <p:cNvSpPr/>
          <p:nvPr/>
        </p:nvSpPr>
        <p:spPr>
          <a:xfrm>
            <a:off x="3255264" y="2615184"/>
            <a:ext cx="2633472" cy="1207008"/>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112" name="Rectangle 200111"/>
          <p:cNvSpPr/>
          <p:nvPr/>
        </p:nvSpPr>
        <p:spPr>
          <a:xfrm>
            <a:off x="3255264" y="2743200"/>
            <a:ext cx="50292" cy="950976"/>
          </a:xfrm>
          <a:prstGeom prst="rect">
            <a:avLst/>
          </a:prstGeom>
          <a:solidFill>
            <a:srgbClr val="F5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113" name="Rounded Rectangle 200112"/>
          <p:cNvSpPr/>
          <p:nvPr/>
        </p:nvSpPr>
        <p:spPr>
          <a:xfrm>
            <a:off x="3438144" y="2743200"/>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2" name="icon-bolt"/>
          <p:cNvGrpSpPr/>
          <p:nvPr/>
        </p:nvGrpSpPr>
        <p:grpSpPr>
          <a:xfrm>
            <a:off x="3534705" y="2839761"/>
            <a:ext cx="209215" cy="209215"/>
            <a:chOff x="0" y="0"/>
            <a:chExt cx="100" cy="100"/>
          </a:xfrm>
        </p:grpSpPr>
        <p:sp>
          <p:nvSpPr>
            <p:cNvPr id="23" name="g"/>
            <p:cNvSpPr/>
            <p:nvPr/>
          </p:nvSpPr>
          <p:spPr>
            <a:xfrm>
              <a:off x="0" y="0"/>
              <a:ext cx="100" cy="100"/>
            </a:xfrm>
            <a:custGeom>
              <a:avLst/>
              <a:gdLst/>
              <a:ahLst/>
              <a:cxnLst/>
              <a:rect l="0" t="0" r="100" b="100"/>
              <a:pathLst>
                <a:path w="100" h="100" fill="none">
                  <a:moveTo>
                    <a:pt x="54" y="16"/>
                  </a:moveTo>
                  <a:lnTo>
                    <a:pt x="30" y="56"/>
                  </a:lnTo>
                  <a:lnTo>
                    <a:pt x="47" y="56"/>
                  </a:lnTo>
                  <a:lnTo>
                    <a:pt x="43" y="84"/>
                  </a:lnTo>
                  <a:lnTo>
                    <a:pt x="72" y="42"/>
                  </a:lnTo>
                  <a:lnTo>
                    <a:pt x="53" y="42"/>
                  </a:lnTo>
                  <a:close/>
                </a:path>
              </a:pathLst>
            </a:custGeom>
            <a:noFill/>
            <a:ln w="33020" cap="rnd">
              <a:solidFill>
                <a:srgbClr val="F58C33"/>
              </a:solidFill>
              <a:round/>
            </a:ln>
          </p:spPr>
          <p:txBody>
            <a:bodyPr/>
            <a:lstStyle/>
            <a:p>
              <a:endParaRPr/>
            </a:p>
          </p:txBody>
        </p:sp>
      </p:grpSp>
      <p:sp>
        <p:nvSpPr>
          <p:cNvPr id="200114" name="TextBox 200113"/>
          <p:cNvSpPr txBox="1"/>
          <p:nvPr/>
        </p:nvSpPr>
        <p:spPr>
          <a:xfrm>
            <a:off x="3950208" y="2743200"/>
            <a:ext cx="1810512" cy="161583"/>
          </a:xfrm>
          <a:prstGeom prst="rect">
            <a:avLst/>
          </a:prstGeom>
          <a:noFill/>
        </p:spPr>
        <p:txBody>
          <a:bodyPr wrap="square" lIns="0" tIns="0" rIns="0" bIns="0">
            <a:spAutoFit/>
          </a:bodyPr>
          <a:lstStyle/>
          <a:p>
            <a:pPr algn="l"/>
            <a:r>
              <a:rPr lang="en-US" sz="1050" b="1">
                <a:solidFill>
                  <a:srgbClr val="0A0A0A"/>
                </a:solidFill>
                <a:latin typeface="Aptos Display"/>
              </a:rPr>
              <a:t>Integration Sprawl</a:t>
            </a:r>
          </a:p>
        </p:txBody>
      </p:sp>
      <p:sp>
        <p:nvSpPr>
          <p:cNvPr id="200115" name="TextBox 200114"/>
          <p:cNvSpPr txBox="1"/>
          <p:nvPr/>
        </p:nvSpPr>
        <p:spPr>
          <a:xfrm>
            <a:off x="3438144" y="3438144"/>
            <a:ext cx="2304288" cy="246221"/>
          </a:xfrm>
          <a:prstGeom prst="rect">
            <a:avLst/>
          </a:prstGeom>
          <a:noFill/>
        </p:spPr>
        <p:txBody>
          <a:bodyPr wrap="square" lIns="0" tIns="0" rIns="0" bIns="0">
            <a:spAutoFit/>
          </a:bodyPr>
          <a:lstStyle/>
          <a:p>
            <a:pPr algn="l"/>
            <a:r>
              <a:rPr lang="en-US" sz="800" b="0">
                <a:solidFill>
                  <a:srgbClr val="4A4A4A"/>
                </a:solidFill>
                <a:latin typeface="Aptos"/>
              </a:rPr>
              <a:t>Multiple vendors mean hand-offs, gaps and no one accountable for go-live.</a:t>
            </a:r>
          </a:p>
        </p:txBody>
      </p:sp>
      <p:sp>
        <p:nvSpPr>
          <p:cNvPr id="200116" name="Rounded Rectangle 200115"/>
          <p:cNvSpPr/>
          <p:nvPr/>
        </p:nvSpPr>
        <p:spPr>
          <a:xfrm>
            <a:off x="6053328" y="2615184"/>
            <a:ext cx="2633472" cy="1207008"/>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117" name="Rectangle 200116"/>
          <p:cNvSpPr/>
          <p:nvPr/>
        </p:nvSpPr>
        <p:spPr>
          <a:xfrm>
            <a:off x="6053328" y="2743200"/>
            <a:ext cx="50292" cy="950976"/>
          </a:xfrm>
          <a:prstGeom prst="rect">
            <a:avLst/>
          </a:prstGeom>
          <a:solidFill>
            <a:srgbClr val="F0A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118" name="Rounded Rectangle 200117"/>
          <p:cNvSpPr/>
          <p:nvPr/>
        </p:nvSpPr>
        <p:spPr>
          <a:xfrm>
            <a:off x="6236208" y="2743200"/>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4" name="icon-network"/>
          <p:cNvGrpSpPr/>
          <p:nvPr/>
        </p:nvGrpSpPr>
        <p:grpSpPr>
          <a:xfrm>
            <a:off x="6332769" y="2839761"/>
            <a:ext cx="209215" cy="209215"/>
            <a:chOff x="0" y="0"/>
            <a:chExt cx="100" cy="100"/>
          </a:xfrm>
        </p:grpSpPr>
        <p:sp>
          <p:nvSpPr>
            <p:cNvPr id="25" name="g"/>
            <p:cNvSpPr/>
            <p:nvPr/>
          </p:nvSpPr>
          <p:spPr>
            <a:xfrm>
              <a:off x="0" y="0"/>
              <a:ext cx="100" cy="100"/>
            </a:xfrm>
            <a:custGeom>
              <a:avLst/>
              <a:gdLst/>
              <a:ahLst/>
              <a:cxnLst/>
              <a:rect l="0" t="0" r="100" b="100"/>
              <a:pathLst>
                <a:path w="100" h="100" fill="none">
                  <a:moveTo>
                    <a:pt x="50" y="50"/>
                  </a:moveTo>
                  <a:lnTo>
                    <a:pt x="25" y="29"/>
                  </a:lnTo>
                  <a:moveTo>
                    <a:pt x="50" y="50"/>
                  </a:moveTo>
                  <a:lnTo>
                    <a:pt x="75" y="29"/>
                  </a:lnTo>
                  <a:moveTo>
                    <a:pt x="50" y="50"/>
                  </a:moveTo>
                  <a:lnTo>
                    <a:pt x="25" y="71"/>
                  </a:lnTo>
                  <a:moveTo>
                    <a:pt x="50" y="50"/>
                  </a:moveTo>
                  <a:lnTo>
                    <a:pt x="75" y="71"/>
                  </a:lnTo>
                </a:path>
              </a:pathLst>
            </a:custGeom>
            <a:noFill/>
            <a:ln w="33020" cap="rnd">
              <a:solidFill>
                <a:srgbClr val="F0A03C"/>
              </a:solidFill>
              <a:round/>
            </a:ln>
          </p:spPr>
          <p:txBody>
            <a:bodyPr/>
            <a:lstStyle/>
            <a:p>
              <a:endParaRPr/>
            </a:p>
          </p:txBody>
        </p:sp>
        <p:sp>
          <p:nvSpPr>
            <p:cNvPr id="26" name="e"/>
            <p:cNvSpPr/>
            <p:nvPr/>
          </p:nvSpPr>
          <p:spPr>
            <a:xfrm>
              <a:off x="44" y="44"/>
              <a:ext cx="12" cy="12"/>
            </a:xfrm>
            <a:prstGeom prst="ellipse">
              <a:avLst/>
            </a:prstGeom>
            <a:solidFill>
              <a:srgbClr val="F0A03C"/>
            </a:solidFill>
            <a:ln>
              <a:noFill/>
            </a:ln>
          </p:spPr>
          <p:txBody>
            <a:bodyPr/>
            <a:lstStyle/>
            <a:p>
              <a:endParaRPr/>
            </a:p>
          </p:txBody>
        </p:sp>
        <p:sp>
          <p:nvSpPr>
            <p:cNvPr id="27" name="e"/>
            <p:cNvSpPr/>
            <p:nvPr/>
          </p:nvSpPr>
          <p:spPr>
            <a:xfrm>
              <a:off x="15" y="19"/>
              <a:ext cx="14" cy="14"/>
            </a:xfrm>
            <a:prstGeom prst="ellipse">
              <a:avLst/>
            </a:prstGeom>
            <a:noFill/>
            <a:ln w="33020">
              <a:solidFill>
                <a:srgbClr val="F0A03C"/>
              </a:solidFill>
            </a:ln>
          </p:spPr>
          <p:txBody>
            <a:bodyPr/>
            <a:lstStyle/>
            <a:p>
              <a:endParaRPr/>
            </a:p>
          </p:txBody>
        </p:sp>
        <p:sp>
          <p:nvSpPr>
            <p:cNvPr id="28" name="e"/>
            <p:cNvSpPr/>
            <p:nvPr/>
          </p:nvSpPr>
          <p:spPr>
            <a:xfrm>
              <a:off x="71" y="19"/>
              <a:ext cx="14" cy="14"/>
            </a:xfrm>
            <a:prstGeom prst="ellipse">
              <a:avLst/>
            </a:prstGeom>
            <a:noFill/>
            <a:ln w="33020">
              <a:solidFill>
                <a:srgbClr val="F0A03C"/>
              </a:solidFill>
            </a:ln>
          </p:spPr>
          <p:txBody>
            <a:bodyPr/>
            <a:lstStyle/>
            <a:p>
              <a:endParaRPr/>
            </a:p>
          </p:txBody>
        </p:sp>
        <p:sp>
          <p:nvSpPr>
            <p:cNvPr id="29" name="e"/>
            <p:cNvSpPr/>
            <p:nvPr/>
          </p:nvSpPr>
          <p:spPr>
            <a:xfrm>
              <a:off x="15" y="67"/>
              <a:ext cx="14" cy="14"/>
            </a:xfrm>
            <a:prstGeom prst="ellipse">
              <a:avLst/>
            </a:prstGeom>
            <a:noFill/>
            <a:ln w="33020">
              <a:solidFill>
                <a:srgbClr val="F0A03C"/>
              </a:solidFill>
            </a:ln>
          </p:spPr>
          <p:txBody>
            <a:bodyPr/>
            <a:lstStyle/>
            <a:p>
              <a:endParaRPr/>
            </a:p>
          </p:txBody>
        </p:sp>
        <p:sp>
          <p:nvSpPr>
            <p:cNvPr id="30" name="e"/>
            <p:cNvSpPr/>
            <p:nvPr/>
          </p:nvSpPr>
          <p:spPr>
            <a:xfrm>
              <a:off x="71" y="67"/>
              <a:ext cx="14" cy="14"/>
            </a:xfrm>
            <a:prstGeom prst="ellipse">
              <a:avLst/>
            </a:prstGeom>
            <a:noFill/>
            <a:ln w="33020">
              <a:solidFill>
                <a:srgbClr val="F0A03C"/>
              </a:solidFill>
            </a:ln>
          </p:spPr>
          <p:txBody>
            <a:bodyPr/>
            <a:lstStyle/>
            <a:p>
              <a:endParaRPr/>
            </a:p>
          </p:txBody>
        </p:sp>
      </p:grpSp>
      <p:sp>
        <p:nvSpPr>
          <p:cNvPr id="200119" name="TextBox 200118"/>
          <p:cNvSpPr txBox="1"/>
          <p:nvPr/>
        </p:nvSpPr>
        <p:spPr>
          <a:xfrm>
            <a:off x="6748272" y="2743200"/>
            <a:ext cx="1810512" cy="161583"/>
          </a:xfrm>
          <a:prstGeom prst="rect">
            <a:avLst/>
          </a:prstGeom>
          <a:noFill/>
        </p:spPr>
        <p:txBody>
          <a:bodyPr wrap="square" lIns="0" tIns="0" rIns="0" bIns="0">
            <a:spAutoFit/>
          </a:bodyPr>
          <a:lstStyle/>
          <a:p>
            <a:pPr algn="l"/>
            <a:r>
              <a:rPr lang="en-US" sz="1050" b="1">
                <a:solidFill>
                  <a:srgbClr val="0A0A0A"/>
                </a:solidFill>
                <a:latin typeface="Aptos Display"/>
              </a:rPr>
              <a:t>Scale from Day One</a:t>
            </a:r>
          </a:p>
        </p:txBody>
      </p:sp>
      <p:sp>
        <p:nvSpPr>
          <p:cNvPr id="200120" name="TextBox 200119"/>
          <p:cNvSpPr txBox="1"/>
          <p:nvPr/>
        </p:nvSpPr>
        <p:spPr>
          <a:xfrm>
            <a:off x="6236208" y="3438144"/>
            <a:ext cx="2304288" cy="246221"/>
          </a:xfrm>
          <a:prstGeom prst="rect">
            <a:avLst/>
          </a:prstGeom>
          <a:noFill/>
        </p:spPr>
        <p:txBody>
          <a:bodyPr wrap="square" lIns="0" tIns="0" rIns="0" bIns="0">
            <a:spAutoFit/>
          </a:bodyPr>
          <a:lstStyle/>
          <a:p>
            <a:pPr algn="l"/>
            <a:r>
              <a:rPr lang="en-US" sz="800" b="0">
                <a:solidFill>
                  <a:srgbClr val="4A4A4A"/>
                </a:solidFill>
                <a:latin typeface="Aptos"/>
              </a:rPr>
              <a:t>Volume, uptime and reconciliation are tested the moment you launch.</a:t>
            </a:r>
          </a:p>
        </p:txBody>
      </p:sp>
      <p:sp>
        <p:nvSpPr>
          <p:cNvPr id="200121" name="Rounded Rectangle 200120"/>
          <p:cNvSpPr/>
          <p:nvPr/>
        </p:nvSpPr>
        <p:spPr>
          <a:xfrm>
            <a:off x="457200" y="3950208"/>
            <a:ext cx="8229600" cy="530352"/>
          </a:xfrm>
          <a:prstGeom prst="roundRect">
            <a:avLst>
              <a:gd name="adj" fmla="val 14000"/>
            </a:avLst>
          </a:prstGeom>
          <a:solidFill>
            <a:srgbClr val="FAFAFA"/>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122" name="Rectangle 200121"/>
          <p:cNvSpPr/>
          <p:nvPr/>
        </p:nvSpPr>
        <p:spPr>
          <a:xfrm>
            <a:off x="457200" y="4041648"/>
            <a:ext cx="41148" cy="347472"/>
          </a:xfrm>
          <a:prstGeom prst="rect">
            <a:avLst/>
          </a:prstGeom>
          <a:solidFill>
            <a:srgbClr val="F57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123" name="TextBox 200122"/>
          <p:cNvSpPr txBox="1"/>
          <p:nvPr/>
        </p:nvSpPr>
        <p:spPr>
          <a:xfrm>
            <a:off x="658368" y="4023360"/>
            <a:ext cx="7863840" cy="115416"/>
          </a:xfrm>
          <a:prstGeom prst="rect">
            <a:avLst/>
          </a:prstGeom>
          <a:noFill/>
        </p:spPr>
        <p:txBody>
          <a:bodyPr wrap="square" lIns="0" tIns="0" rIns="0" bIns="0">
            <a:spAutoFit/>
          </a:bodyPr>
          <a:lstStyle/>
          <a:p>
            <a:pPr algn="l"/>
            <a:r>
              <a:rPr lang="en-US" sz="750" b="1" spc="120">
                <a:solidFill>
                  <a:srgbClr val="F57C1F"/>
                </a:solidFill>
                <a:latin typeface="Aptos"/>
              </a:rPr>
              <a:t>WHY IT MATTERS</a:t>
            </a:r>
          </a:p>
        </p:txBody>
      </p:sp>
      <p:sp>
        <p:nvSpPr>
          <p:cNvPr id="200124" name="TextBox 200123"/>
          <p:cNvSpPr txBox="1"/>
          <p:nvPr/>
        </p:nvSpPr>
        <p:spPr>
          <a:xfrm>
            <a:off x="658368" y="4197096"/>
            <a:ext cx="7863840" cy="148887"/>
          </a:xfrm>
          <a:prstGeom prst="rect">
            <a:avLst/>
          </a:prstGeom>
          <a:noFill/>
        </p:spPr>
        <p:txBody>
          <a:bodyPr wrap="square" lIns="0" tIns="0" rIns="0" bIns="0">
            <a:spAutoFit/>
          </a:bodyPr>
          <a:lstStyle/>
          <a:p>
            <a:pPr algn="l">
              <a:lnSpc>
                <a:spcPct val="105000"/>
              </a:lnSpc>
            </a:pPr>
            <a:r>
              <a:rPr lang="en-US" sz="950" b="0">
                <a:solidFill>
                  <a:srgbClr val="0A0A0A"/>
                </a:solidFill>
                <a:latin typeface="Aptos"/>
              </a:rPr>
              <a:t>Founders do not need six vendors. They need one partner accountable from build to live transactions.</a:t>
            </a:r>
          </a:p>
        </p:txBody>
      </p:sp>
      <p:sp>
        <p:nvSpPr>
          <p:cNvPr id="32" name="TextBox 31">
            <a:extLst>
              <a:ext uri="{FF2B5EF4-FFF2-40B4-BE49-F238E27FC236}">
                <a16:creationId xmlns:a16="http://schemas.microsoft.com/office/drawing/2014/main" id="{97DEB369-00FD-3A2D-2865-7257A9D648E1}"/>
              </a:ext>
            </a:extLst>
          </p:cNvPr>
          <p:cNvSpPr txBox="1"/>
          <p:nvPr/>
        </p:nvSpPr>
        <p:spPr>
          <a:xfrm>
            <a:off x="457200" y="4864608"/>
            <a:ext cx="4572000" cy="123111"/>
          </a:xfrm>
          <a:prstGeom prst="rect">
            <a:avLst/>
          </a:prstGeom>
          <a:noFill/>
        </p:spPr>
        <p:txBody>
          <a:bodyPr wrap="square" lIns="0" tIns="0" rIns="0" bIns="0" anchor="t">
            <a:spAutoFit/>
          </a:bodyPr>
          <a:lstStyle/>
          <a:p>
            <a:r>
              <a:rPr lang="en-US" sz="800" err="1">
                <a:solidFill>
                  <a:srgbClr val="4A4A4A"/>
                </a:solidFill>
                <a:latin typeface="Aptos"/>
              </a:rPr>
              <a:t>RazorSharpFocus</a:t>
            </a:r>
            <a:r>
              <a:rPr lang="en-US" sz="800">
                <a:solidFill>
                  <a:srgbClr val="4A4A4A"/>
                </a:solidFill>
                <a:latin typeface="Aptos"/>
              </a:rPr>
              <a:t> Intelligence </a:t>
            </a:r>
            <a:r>
              <a:rPr lang="en-US" sz="800" b="0">
                <a:solidFill>
                  <a:srgbClr val="4A4A4A"/>
                </a:solidFill>
                <a:latin typeface="Aptos"/>
              </a:rPr>
              <a:t> Private Limited</a:t>
            </a:r>
          </a:p>
        </p:txBody>
      </p:sp>
      <p:sp>
        <p:nvSpPr>
          <p:cNvPr id="34" name="TextBox 33">
            <a:extLst>
              <a:ext uri="{FF2B5EF4-FFF2-40B4-BE49-F238E27FC236}">
                <a16:creationId xmlns:a16="http://schemas.microsoft.com/office/drawing/2014/main" id="{DB7DAEC0-0C8C-BB37-1E1F-24E8AEBAF03F}"/>
              </a:ext>
            </a:extLst>
          </p:cNvPr>
          <p:cNvSpPr txBox="1"/>
          <p:nvPr/>
        </p:nvSpPr>
        <p:spPr>
          <a:xfrm>
            <a:off x="2743200" y="4864608"/>
            <a:ext cx="3657600" cy="123111"/>
          </a:xfrm>
          <a:prstGeom prst="rect">
            <a:avLst/>
          </a:prstGeom>
          <a:noFill/>
        </p:spPr>
        <p:txBody>
          <a:bodyPr wrap="square" lIns="0" tIns="0" rIns="0" bIns="0" anchor="t">
            <a:spAutoFit/>
          </a:bodyPr>
          <a:lstStyle/>
          <a:p>
            <a:pPr algn="ctr"/>
            <a:r>
              <a:rPr lang="en-US" sz="800">
                <a:solidFill>
                  <a:schemeClr val="bg1">
                    <a:lumMod val="49000"/>
                  </a:schemeClr>
                </a:solidFill>
                <a:latin typeface="Calibri"/>
                <a:ea typeface="Calibri"/>
                <a:cs typeface="Calibri"/>
              </a:rPr>
              <a:t>Engineering Intelligent Business Execution</a:t>
            </a:r>
            <a:endParaRPr lang="en-US">
              <a:solidFill>
                <a:schemeClr val="bg1">
                  <a:lumMod val="49000"/>
                </a:schemeClr>
              </a:solidFill>
              <a:ea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0292"/>
          </a:xfrm>
          <a:prstGeom prst="rect">
            <a:avLst/>
          </a:prstGeom>
          <a:gradFill>
            <a:gsLst>
              <a:gs pos="0">
                <a:srgbClr val="F57C1F"/>
              </a:gs>
              <a:gs pos="100000">
                <a:srgbClr val="FF7A00"/>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283464"/>
            <a:ext cx="146304" cy="146304"/>
          </a:xfrm>
          <a:prstGeom prst="roundRect">
            <a:avLst>
              <a:gd name="adj" fmla="val 30000"/>
            </a:avLst>
          </a:prstGeom>
          <a:gradFill>
            <a:gsLst>
              <a:gs pos="0">
                <a:srgbClr val="F57C1F"/>
              </a:gs>
              <a:gs pos="100000">
                <a:srgbClr val="FF7A00"/>
              </a:gs>
            </a:gsLst>
            <a:lin ang="27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94944" y="274320"/>
            <a:ext cx="6949440" cy="153888"/>
          </a:xfrm>
          <a:prstGeom prst="rect">
            <a:avLst/>
          </a:prstGeom>
          <a:noFill/>
        </p:spPr>
        <p:txBody>
          <a:bodyPr wrap="square" lIns="0" tIns="0" rIns="0" bIns="0">
            <a:spAutoFit/>
          </a:bodyPr>
          <a:lstStyle/>
          <a:p>
            <a:pPr algn="l"/>
            <a:r>
              <a:rPr lang="en-US" sz="1000" b="1" spc="180">
                <a:solidFill>
                  <a:srgbClr val="F57C1F"/>
                </a:solidFill>
                <a:latin typeface="Aptos"/>
              </a:rPr>
              <a:t>BANKING &amp; PAYMENTS EXPERTISE</a:t>
            </a:r>
          </a:p>
        </p:txBody>
      </p:sp>
      <p:sp>
        <p:nvSpPr>
          <p:cNvPr id="6" name="TextBox 5"/>
          <p:cNvSpPr txBox="1"/>
          <p:nvPr/>
        </p:nvSpPr>
        <p:spPr>
          <a:xfrm>
            <a:off x="457200" y="584990"/>
            <a:ext cx="8229600" cy="338554"/>
          </a:xfrm>
          <a:prstGeom prst="rect">
            <a:avLst/>
          </a:prstGeom>
          <a:noFill/>
        </p:spPr>
        <p:txBody>
          <a:bodyPr wrap="square" lIns="0" tIns="0" rIns="0" bIns="0" anchor="b">
            <a:spAutoFit/>
          </a:bodyPr>
          <a:lstStyle/>
          <a:p>
            <a:pPr algn="l"/>
            <a:r>
              <a:rPr lang="en-US" sz="2200" b="1">
                <a:solidFill>
                  <a:srgbClr val="0A0A0A"/>
                </a:solidFill>
                <a:latin typeface="Aptos Display"/>
              </a:rPr>
              <a:t>Every Rail, Every Journey, One Partner</a:t>
            </a:r>
          </a:p>
        </p:txBody>
      </p:sp>
      <p:sp>
        <p:nvSpPr>
          <p:cNvPr id="7" name="TextBox 6"/>
          <p:cNvSpPr txBox="1"/>
          <p:nvPr/>
        </p:nvSpPr>
        <p:spPr>
          <a:xfrm>
            <a:off x="457200" y="905256"/>
            <a:ext cx="8229600" cy="176972"/>
          </a:xfrm>
          <a:prstGeom prst="rect">
            <a:avLst/>
          </a:prstGeom>
          <a:noFill/>
        </p:spPr>
        <p:txBody>
          <a:bodyPr wrap="square" lIns="0" tIns="0" rIns="0" bIns="0">
            <a:spAutoFit/>
          </a:bodyPr>
          <a:lstStyle/>
          <a:p>
            <a:pPr algn="l"/>
            <a:r>
              <a:rPr lang="en-US" sz="1150" b="0">
                <a:solidFill>
                  <a:srgbClr val="4A4A4A"/>
                </a:solidFill>
                <a:latin typeface="Aptos"/>
              </a:rPr>
              <a:t>Hands-on expertise across the full banking and payments stack.</a:t>
            </a:r>
          </a:p>
        </p:txBody>
      </p:sp>
      <p:cxnSp>
        <p:nvCxnSpPr>
          <p:cNvPr id="8" name="Connector 7"/>
          <p:cNvCxnSpPr/>
          <p:nvPr/>
        </p:nvCxnSpPr>
        <p:spPr>
          <a:xfrm>
            <a:off x="457200" y="4828032"/>
            <a:ext cx="8229600" cy="0"/>
          </a:xfrm>
          <a:prstGeom prst="line">
            <a:avLst/>
          </a:prstGeom>
          <a:ln w="9525">
            <a:solidFill>
              <a:srgbClr val="E6E6E6"/>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589520" y="4864608"/>
            <a:ext cx="1097280" cy="123111"/>
          </a:xfrm>
          <a:prstGeom prst="rect">
            <a:avLst/>
          </a:prstGeom>
          <a:noFill/>
        </p:spPr>
        <p:txBody>
          <a:bodyPr wrap="square" lIns="0" tIns="0" rIns="0" bIns="0">
            <a:spAutoFit/>
          </a:bodyPr>
          <a:lstStyle/>
          <a:p>
            <a:pPr algn="r"/>
            <a:r>
              <a:rPr lang="en-US" sz="800" b="0">
                <a:solidFill>
                  <a:srgbClr val="4A4A4A"/>
                </a:solidFill>
                <a:latin typeface="Aptos"/>
              </a:rPr>
              <a:t>04 / 11</a:t>
            </a:r>
          </a:p>
        </p:txBody>
      </p:sp>
      <p:sp>
        <p:nvSpPr>
          <p:cNvPr id="12" name="TextBox 11"/>
          <p:cNvSpPr txBox="1"/>
          <p:nvPr/>
        </p:nvSpPr>
        <p:spPr>
          <a:xfrm>
            <a:off x="457200" y="1280160"/>
            <a:ext cx="5486400" cy="123111"/>
          </a:xfrm>
          <a:prstGeom prst="rect">
            <a:avLst/>
          </a:prstGeom>
          <a:noFill/>
        </p:spPr>
        <p:txBody>
          <a:bodyPr wrap="square" lIns="0" tIns="0" rIns="0" bIns="0">
            <a:spAutoFit/>
          </a:bodyPr>
          <a:lstStyle/>
          <a:p>
            <a:pPr algn="l"/>
            <a:r>
              <a:rPr lang="en-US" sz="800" b="1" spc="120">
                <a:solidFill>
                  <a:srgbClr val="F57C1F"/>
                </a:solidFill>
                <a:latin typeface="Aptos"/>
              </a:rPr>
              <a:t>MAJOR CAPABILITIES</a:t>
            </a:r>
          </a:p>
        </p:txBody>
      </p:sp>
      <p:sp>
        <p:nvSpPr>
          <p:cNvPr id="13" name="Rounded Rectangle 12"/>
          <p:cNvSpPr/>
          <p:nvPr/>
        </p:nvSpPr>
        <p:spPr>
          <a:xfrm>
            <a:off x="457200" y="1499616"/>
            <a:ext cx="2633472" cy="1042416"/>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1627632"/>
            <a:ext cx="50292" cy="786384"/>
          </a:xfrm>
          <a:prstGeom prst="rect">
            <a:avLst/>
          </a:prstGeom>
          <a:solidFill>
            <a:srgbClr val="F57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40080" y="1627632"/>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00327" name="icon-network"/>
          <p:cNvGrpSpPr/>
          <p:nvPr/>
        </p:nvGrpSpPr>
        <p:grpSpPr>
          <a:xfrm>
            <a:off x="736641" y="1724193"/>
            <a:ext cx="209215" cy="209215"/>
            <a:chOff x="0" y="0"/>
            <a:chExt cx="100" cy="100"/>
          </a:xfrm>
        </p:grpSpPr>
        <p:sp>
          <p:nvSpPr>
            <p:cNvPr id="200328" name="g"/>
            <p:cNvSpPr/>
            <p:nvPr/>
          </p:nvSpPr>
          <p:spPr>
            <a:xfrm>
              <a:off x="0" y="0"/>
              <a:ext cx="100" cy="100"/>
            </a:xfrm>
            <a:custGeom>
              <a:avLst/>
              <a:gdLst/>
              <a:ahLst/>
              <a:cxnLst/>
              <a:rect l="0" t="0" r="100" b="100"/>
              <a:pathLst>
                <a:path w="100" h="100" fill="none">
                  <a:moveTo>
                    <a:pt x="50" y="50"/>
                  </a:moveTo>
                  <a:lnTo>
                    <a:pt x="25" y="29"/>
                  </a:lnTo>
                  <a:moveTo>
                    <a:pt x="50" y="50"/>
                  </a:moveTo>
                  <a:lnTo>
                    <a:pt x="75" y="29"/>
                  </a:lnTo>
                  <a:moveTo>
                    <a:pt x="50" y="50"/>
                  </a:moveTo>
                  <a:lnTo>
                    <a:pt x="25" y="71"/>
                  </a:lnTo>
                  <a:moveTo>
                    <a:pt x="50" y="50"/>
                  </a:moveTo>
                  <a:lnTo>
                    <a:pt x="75" y="71"/>
                  </a:lnTo>
                </a:path>
              </a:pathLst>
            </a:custGeom>
            <a:noFill/>
            <a:ln w="33020" cap="rnd">
              <a:solidFill>
                <a:srgbClr val="F57C1F"/>
              </a:solidFill>
              <a:round/>
            </a:ln>
          </p:spPr>
          <p:txBody>
            <a:bodyPr/>
            <a:lstStyle/>
            <a:p>
              <a:endParaRPr/>
            </a:p>
          </p:txBody>
        </p:sp>
        <p:sp>
          <p:nvSpPr>
            <p:cNvPr id="200329" name="e"/>
            <p:cNvSpPr/>
            <p:nvPr/>
          </p:nvSpPr>
          <p:spPr>
            <a:xfrm>
              <a:off x="44" y="44"/>
              <a:ext cx="12" cy="12"/>
            </a:xfrm>
            <a:prstGeom prst="ellipse">
              <a:avLst/>
            </a:prstGeom>
            <a:solidFill>
              <a:srgbClr val="F57C1F"/>
            </a:solidFill>
            <a:ln>
              <a:noFill/>
            </a:ln>
          </p:spPr>
          <p:txBody>
            <a:bodyPr/>
            <a:lstStyle/>
            <a:p>
              <a:endParaRPr/>
            </a:p>
          </p:txBody>
        </p:sp>
        <p:sp>
          <p:nvSpPr>
            <p:cNvPr id="200330" name="e"/>
            <p:cNvSpPr/>
            <p:nvPr/>
          </p:nvSpPr>
          <p:spPr>
            <a:xfrm>
              <a:off x="15" y="19"/>
              <a:ext cx="14" cy="14"/>
            </a:xfrm>
            <a:prstGeom prst="ellipse">
              <a:avLst/>
            </a:prstGeom>
            <a:noFill/>
            <a:ln w="33020">
              <a:solidFill>
                <a:srgbClr val="F57C1F"/>
              </a:solidFill>
            </a:ln>
          </p:spPr>
          <p:txBody>
            <a:bodyPr/>
            <a:lstStyle/>
            <a:p>
              <a:endParaRPr/>
            </a:p>
          </p:txBody>
        </p:sp>
        <p:sp>
          <p:nvSpPr>
            <p:cNvPr id="200331" name="e"/>
            <p:cNvSpPr/>
            <p:nvPr/>
          </p:nvSpPr>
          <p:spPr>
            <a:xfrm>
              <a:off x="71" y="19"/>
              <a:ext cx="14" cy="14"/>
            </a:xfrm>
            <a:prstGeom prst="ellipse">
              <a:avLst/>
            </a:prstGeom>
            <a:noFill/>
            <a:ln w="33020">
              <a:solidFill>
                <a:srgbClr val="F57C1F"/>
              </a:solidFill>
            </a:ln>
          </p:spPr>
          <p:txBody>
            <a:bodyPr/>
            <a:lstStyle/>
            <a:p>
              <a:endParaRPr/>
            </a:p>
          </p:txBody>
        </p:sp>
        <p:sp>
          <p:nvSpPr>
            <p:cNvPr id="200332" name="e"/>
            <p:cNvSpPr/>
            <p:nvPr/>
          </p:nvSpPr>
          <p:spPr>
            <a:xfrm>
              <a:off x="15" y="67"/>
              <a:ext cx="14" cy="14"/>
            </a:xfrm>
            <a:prstGeom prst="ellipse">
              <a:avLst/>
            </a:prstGeom>
            <a:noFill/>
            <a:ln w="33020">
              <a:solidFill>
                <a:srgbClr val="F57C1F"/>
              </a:solidFill>
            </a:ln>
          </p:spPr>
          <p:txBody>
            <a:bodyPr/>
            <a:lstStyle/>
            <a:p>
              <a:endParaRPr/>
            </a:p>
          </p:txBody>
        </p:sp>
        <p:sp>
          <p:nvSpPr>
            <p:cNvPr id="200333" name="e"/>
            <p:cNvSpPr/>
            <p:nvPr/>
          </p:nvSpPr>
          <p:spPr>
            <a:xfrm>
              <a:off x="71" y="67"/>
              <a:ext cx="14" cy="14"/>
            </a:xfrm>
            <a:prstGeom prst="ellipse">
              <a:avLst/>
            </a:prstGeom>
            <a:noFill/>
            <a:ln w="33020">
              <a:solidFill>
                <a:srgbClr val="F57C1F"/>
              </a:solidFill>
            </a:ln>
          </p:spPr>
          <p:txBody>
            <a:bodyPr/>
            <a:lstStyle/>
            <a:p>
              <a:endParaRPr/>
            </a:p>
          </p:txBody>
        </p:sp>
      </p:grpSp>
      <p:sp>
        <p:nvSpPr>
          <p:cNvPr id="200334" name="TextBox 200333"/>
          <p:cNvSpPr txBox="1"/>
          <p:nvPr/>
        </p:nvSpPr>
        <p:spPr>
          <a:xfrm>
            <a:off x="1152144" y="1627632"/>
            <a:ext cx="1810512" cy="153888"/>
          </a:xfrm>
          <a:prstGeom prst="rect">
            <a:avLst/>
          </a:prstGeom>
          <a:noFill/>
        </p:spPr>
        <p:txBody>
          <a:bodyPr wrap="square" lIns="0" tIns="0" rIns="0" bIns="0">
            <a:spAutoFit/>
          </a:bodyPr>
          <a:lstStyle/>
          <a:p>
            <a:pPr algn="l"/>
            <a:r>
              <a:rPr lang="en-US" sz="1000" b="1">
                <a:solidFill>
                  <a:srgbClr val="0A0A0A"/>
                </a:solidFill>
                <a:latin typeface="Aptos Display"/>
              </a:rPr>
              <a:t>Digital &amp; API Banking</a:t>
            </a:r>
          </a:p>
        </p:txBody>
      </p:sp>
      <p:sp>
        <p:nvSpPr>
          <p:cNvPr id="200335" name="TextBox 200334"/>
          <p:cNvSpPr txBox="1"/>
          <p:nvPr/>
        </p:nvSpPr>
        <p:spPr>
          <a:xfrm>
            <a:off x="640080" y="2157984"/>
            <a:ext cx="2304288" cy="246221"/>
          </a:xfrm>
          <a:prstGeom prst="rect">
            <a:avLst/>
          </a:prstGeom>
          <a:noFill/>
        </p:spPr>
        <p:txBody>
          <a:bodyPr wrap="square" lIns="0" tIns="0" rIns="0" bIns="0">
            <a:spAutoFit/>
          </a:bodyPr>
          <a:lstStyle/>
          <a:p>
            <a:pPr algn="l"/>
            <a:r>
              <a:rPr lang="en-US" sz="800" b="0">
                <a:solidFill>
                  <a:srgbClr val="4A4A4A"/>
                </a:solidFill>
                <a:latin typeface="Aptos"/>
              </a:rPr>
              <a:t>Digital banking, API banking and open banking journeys for retail and business customers.</a:t>
            </a:r>
          </a:p>
        </p:txBody>
      </p:sp>
      <p:sp>
        <p:nvSpPr>
          <p:cNvPr id="200336" name="Rounded Rectangle 200335"/>
          <p:cNvSpPr/>
          <p:nvPr/>
        </p:nvSpPr>
        <p:spPr>
          <a:xfrm>
            <a:off x="3255264" y="1499616"/>
            <a:ext cx="2633472" cy="1042416"/>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337" name="Rectangle 200336"/>
          <p:cNvSpPr/>
          <p:nvPr/>
        </p:nvSpPr>
        <p:spPr>
          <a:xfrm>
            <a:off x="3255264" y="1627632"/>
            <a:ext cx="50292" cy="786384"/>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338" name="Rounded Rectangle 200337"/>
          <p:cNvSpPr/>
          <p:nvPr/>
        </p:nvSpPr>
        <p:spPr>
          <a:xfrm>
            <a:off x="3438144" y="1627632"/>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340" name="TextBox 200339"/>
          <p:cNvSpPr txBox="1"/>
          <p:nvPr/>
        </p:nvSpPr>
        <p:spPr>
          <a:xfrm>
            <a:off x="3438144" y="2157984"/>
            <a:ext cx="2304288" cy="246221"/>
          </a:xfrm>
          <a:prstGeom prst="rect">
            <a:avLst/>
          </a:prstGeom>
          <a:noFill/>
        </p:spPr>
        <p:txBody>
          <a:bodyPr wrap="square" lIns="0" tIns="0" rIns="0" bIns="0">
            <a:spAutoFit/>
          </a:bodyPr>
          <a:lstStyle/>
          <a:p>
            <a:pPr algn="l"/>
            <a:r>
              <a:rPr lang="en-US" sz="800" b="0">
                <a:solidFill>
                  <a:srgbClr val="4A4A4A"/>
                </a:solidFill>
                <a:latin typeface="Aptos"/>
              </a:rPr>
              <a:t>Gateway, switch, orchestration and merchant acquiring across UPI, QR, payouts and collections.</a:t>
            </a:r>
          </a:p>
        </p:txBody>
      </p:sp>
      <p:sp>
        <p:nvSpPr>
          <p:cNvPr id="200341" name="Rounded Rectangle 200340"/>
          <p:cNvSpPr/>
          <p:nvPr/>
        </p:nvSpPr>
        <p:spPr>
          <a:xfrm>
            <a:off x="6053328" y="1499616"/>
            <a:ext cx="2633472" cy="1042416"/>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342" name="Rectangle 200341"/>
          <p:cNvSpPr/>
          <p:nvPr/>
        </p:nvSpPr>
        <p:spPr>
          <a:xfrm>
            <a:off x="6053328" y="1627632"/>
            <a:ext cx="50292" cy="786384"/>
          </a:xfrm>
          <a:prstGeom prst="rect">
            <a:avLst/>
          </a:prstGeom>
          <a:solidFill>
            <a:srgbClr val="E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343" name="Rounded Rectangle 200342"/>
          <p:cNvSpPr/>
          <p:nvPr/>
        </p:nvSpPr>
        <p:spPr>
          <a:xfrm>
            <a:off x="6236208" y="1627632"/>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6" name="icon-check"/>
          <p:cNvGrpSpPr/>
          <p:nvPr/>
        </p:nvGrpSpPr>
        <p:grpSpPr>
          <a:xfrm>
            <a:off x="6332769" y="1724193"/>
            <a:ext cx="209215" cy="209215"/>
            <a:chOff x="0" y="0"/>
            <a:chExt cx="100" cy="100"/>
          </a:xfrm>
        </p:grpSpPr>
        <p:sp>
          <p:nvSpPr>
            <p:cNvPr id="17" name="g"/>
            <p:cNvSpPr/>
            <p:nvPr/>
          </p:nvSpPr>
          <p:spPr>
            <a:xfrm>
              <a:off x="0" y="0"/>
              <a:ext cx="100" cy="100"/>
            </a:xfrm>
            <a:custGeom>
              <a:avLst/>
              <a:gdLst/>
              <a:ahLst/>
              <a:cxnLst/>
              <a:rect l="0" t="0" r="100" b="100"/>
              <a:pathLst>
                <a:path w="100" h="100" fill="none">
                  <a:moveTo>
                    <a:pt x="26" y="52"/>
                  </a:moveTo>
                  <a:lnTo>
                    <a:pt x="43" y="70"/>
                  </a:lnTo>
                  <a:lnTo>
                    <a:pt x="76" y="32"/>
                  </a:lnTo>
                </a:path>
              </a:pathLst>
            </a:custGeom>
            <a:noFill/>
            <a:ln w="33020" cap="rnd">
              <a:solidFill>
                <a:srgbClr val="E8862B"/>
              </a:solidFill>
              <a:round/>
            </a:ln>
          </p:spPr>
          <p:txBody>
            <a:bodyPr/>
            <a:lstStyle/>
            <a:p>
              <a:endParaRPr/>
            </a:p>
          </p:txBody>
        </p:sp>
      </p:grpSp>
      <p:sp>
        <p:nvSpPr>
          <p:cNvPr id="200344" name="TextBox 200343"/>
          <p:cNvSpPr txBox="1"/>
          <p:nvPr/>
        </p:nvSpPr>
        <p:spPr>
          <a:xfrm>
            <a:off x="6748272" y="1627632"/>
            <a:ext cx="1810512" cy="153888"/>
          </a:xfrm>
          <a:prstGeom prst="rect">
            <a:avLst/>
          </a:prstGeom>
          <a:noFill/>
        </p:spPr>
        <p:txBody>
          <a:bodyPr wrap="square" lIns="0" tIns="0" rIns="0" bIns="0">
            <a:spAutoFit/>
          </a:bodyPr>
          <a:lstStyle/>
          <a:p>
            <a:pPr algn="l"/>
            <a:r>
              <a:rPr lang="en-US" sz="1000" b="1">
                <a:solidFill>
                  <a:srgbClr val="0A0A0A"/>
                </a:solidFill>
                <a:latin typeface="Aptos Display"/>
              </a:rPr>
              <a:t>Settlement &amp; Risk</a:t>
            </a:r>
          </a:p>
        </p:txBody>
      </p:sp>
      <p:sp>
        <p:nvSpPr>
          <p:cNvPr id="200345" name="TextBox 200344"/>
          <p:cNvSpPr txBox="1"/>
          <p:nvPr/>
        </p:nvSpPr>
        <p:spPr>
          <a:xfrm>
            <a:off x="6236208" y="2157984"/>
            <a:ext cx="2304288" cy="246221"/>
          </a:xfrm>
          <a:prstGeom prst="rect">
            <a:avLst/>
          </a:prstGeom>
          <a:noFill/>
        </p:spPr>
        <p:txBody>
          <a:bodyPr wrap="square" lIns="0" tIns="0" rIns="0" bIns="0">
            <a:spAutoFit/>
          </a:bodyPr>
          <a:lstStyle/>
          <a:p>
            <a:pPr algn="l"/>
            <a:r>
              <a:rPr lang="en-US" sz="800" b="0">
                <a:solidFill>
                  <a:srgbClr val="4A4A4A"/>
                </a:solidFill>
                <a:latin typeface="Aptos"/>
              </a:rPr>
              <a:t>Reconciliation, settlement, disputes and fraud management engineered for scale.</a:t>
            </a:r>
          </a:p>
        </p:txBody>
      </p:sp>
      <p:sp>
        <p:nvSpPr>
          <p:cNvPr id="200346" name="TextBox 200345"/>
          <p:cNvSpPr txBox="1"/>
          <p:nvPr/>
        </p:nvSpPr>
        <p:spPr>
          <a:xfrm>
            <a:off x="457200" y="2670048"/>
            <a:ext cx="5486400" cy="123111"/>
          </a:xfrm>
          <a:prstGeom prst="rect">
            <a:avLst/>
          </a:prstGeom>
          <a:noFill/>
        </p:spPr>
        <p:txBody>
          <a:bodyPr wrap="square" lIns="0" tIns="0" rIns="0" bIns="0">
            <a:spAutoFit/>
          </a:bodyPr>
          <a:lstStyle/>
          <a:p>
            <a:pPr algn="l"/>
            <a:r>
              <a:rPr lang="en-US" sz="800" b="1" spc="120">
                <a:solidFill>
                  <a:srgbClr val="F57C1F"/>
                </a:solidFill>
                <a:latin typeface="Aptos"/>
              </a:rPr>
              <a:t>EXPECTED OUTCOMES</a:t>
            </a:r>
          </a:p>
        </p:txBody>
      </p:sp>
      <p:sp>
        <p:nvSpPr>
          <p:cNvPr id="200347" name="Rounded Rectangle 200346"/>
          <p:cNvSpPr/>
          <p:nvPr/>
        </p:nvSpPr>
        <p:spPr>
          <a:xfrm>
            <a:off x="457200" y="2889504"/>
            <a:ext cx="2633472" cy="621792"/>
          </a:xfrm>
          <a:prstGeom prst="roundRect">
            <a:avLst>
              <a:gd name="adj" fmla="val 10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348" name="Rounded Rectangle 200347"/>
          <p:cNvSpPr/>
          <p:nvPr/>
        </p:nvSpPr>
        <p:spPr>
          <a:xfrm>
            <a:off x="603504" y="3035808"/>
            <a:ext cx="329184" cy="329184"/>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00339" name="icon-target"/>
          <p:cNvGrpSpPr/>
          <p:nvPr/>
        </p:nvGrpSpPr>
        <p:grpSpPr>
          <a:xfrm>
            <a:off x="699626" y="3131930"/>
            <a:ext cx="136941" cy="136941"/>
            <a:chOff x="10" y="10"/>
            <a:chExt cx="80" cy="80"/>
          </a:xfrm>
        </p:grpSpPr>
        <p:sp>
          <p:nvSpPr>
            <p:cNvPr id="18" name="e"/>
            <p:cNvSpPr/>
            <p:nvPr/>
          </p:nvSpPr>
          <p:spPr>
            <a:xfrm>
              <a:off x="10" y="10"/>
              <a:ext cx="80" cy="80"/>
            </a:xfrm>
            <a:prstGeom prst="ellipse">
              <a:avLst/>
            </a:prstGeom>
            <a:noFill/>
            <a:ln w="33020">
              <a:solidFill>
                <a:srgbClr val="F57C1F"/>
              </a:solidFill>
            </a:ln>
          </p:spPr>
          <p:txBody>
            <a:bodyPr/>
            <a:lstStyle/>
            <a:p>
              <a:endParaRPr/>
            </a:p>
          </p:txBody>
        </p:sp>
        <p:sp>
          <p:nvSpPr>
            <p:cNvPr id="19" name="e"/>
            <p:cNvSpPr/>
            <p:nvPr/>
          </p:nvSpPr>
          <p:spPr>
            <a:xfrm>
              <a:off x="28" y="28"/>
              <a:ext cx="44" cy="44"/>
            </a:xfrm>
            <a:prstGeom prst="ellipse">
              <a:avLst/>
            </a:prstGeom>
            <a:noFill/>
            <a:ln w="33020">
              <a:solidFill>
                <a:srgbClr val="F57C1F"/>
              </a:solidFill>
            </a:ln>
          </p:spPr>
          <p:txBody>
            <a:bodyPr/>
            <a:lstStyle/>
            <a:p>
              <a:endParaRPr/>
            </a:p>
          </p:txBody>
        </p:sp>
        <p:sp>
          <p:nvSpPr>
            <p:cNvPr id="20" name="e"/>
            <p:cNvSpPr/>
            <p:nvPr/>
          </p:nvSpPr>
          <p:spPr>
            <a:xfrm>
              <a:off x="44" y="44"/>
              <a:ext cx="12" cy="12"/>
            </a:xfrm>
            <a:prstGeom prst="ellipse">
              <a:avLst/>
            </a:prstGeom>
            <a:solidFill>
              <a:srgbClr val="F57C1F"/>
            </a:solidFill>
            <a:ln>
              <a:noFill/>
            </a:ln>
          </p:spPr>
          <p:txBody>
            <a:bodyPr/>
            <a:lstStyle/>
            <a:p>
              <a:endParaRPr/>
            </a:p>
          </p:txBody>
        </p:sp>
      </p:grpSp>
      <p:sp>
        <p:nvSpPr>
          <p:cNvPr id="200349" name="TextBox 200348"/>
          <p:cNvSpPr txBox="1"/>
          <p:nvPr/>
        </p:nvSpPr>
        <p:spPr>
          <a:xfrm>
            <a:off x="1060704" y="2907792"/>
            <a:ext cx="1901952" cy="161583"/>
          </a:xfrm>
          <a:prstGeom prst="rect">
            <a:avLst/>
          </a:prstGeom>
          <a:noFill/>
        </p:spPr>
        <p:txBody>
          <a:bodyPr wrap="square" lIns="0" tIns="0" rIns="0" bIns="0">
            <a:spAutoFit/>
          </a:bodyPr>
          <a:lstStyle/>
          <a:p>
            <a:pPr algn="l"/>
            <a:r>
              <a:rPr lang="en-US" sz="1050" b="1">
                <a:solidFill>
                  <a:srgbClr val="0A0A0A"/>
                </a:solidFill>
                <a:latin typeface="Aptos Display"/>
              </a:rPr>
              <a:t>Higher Success Rates</a:t>
            </a:r>
          </a:p>
        </p:txBody>
      </p:sp>
      <p:sp>
        <p:nvSpPr>
          <p:cNvPr id="200350" name="TextBox 200349"/>
          <p:cNvSpPr txBox="1"/>
          <p:nvPr/>
        </p:nvSpPr>
        <p:spPr>
          <a:xfrm>
            <a:off x="1060704" y="3200400"/>
            <a:ext cx="1901952" cy="123111"/>
          </a:xfrm>
          <a:prstGeom prst="rect">
            <a:avLst/>
          </a:prstGeom>
          <a:noFill/>
        </p:spPr>
        <p:txBody>
          <a:bodyPr wrap="square" lIns="0" tIns="0" rIns="0" bIns="0">
            <a:spAutoFit/>
          </a:bodyPr>
          <a:lstStyle/>
          <a:p>
            <a:pPr algn="l"/>
            <a:r>
              <a:rPr lang="en-US" sz="800" b="0">
                <a:solidFill>
                  <a:srgbClr val="4A4A4A"/>
                </a:solidFill>
                <a:latin typeface="Aptos"/>
              </a:rPr>
              <a:t>Fewer failed payments, fewer complaints</a:t>
            </a:r>
          </a:p>
        </p:txBody>
      </p:sp>
      <p:sp>
        <p:nvSpPr>
          <p:cNvPr id="200351" name="Rounded Rectangle 200350"/>
          <p:cNvSpPr/>
          <p:nvPr/>
        </p:nvSpPr>
        <p:spPr>
          <a:xfrm>
            <a:off x="3255264" y="2889504"/>
            <a:ext cx="2633472" cy="621792"/>
          </a:xfrm>
          <a:prstGeom prst="roundRect">
            <a:avLst>
              <a:gd name="adj" fmla="val 10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352" name="Rounded Rectangle 200351"/>
          <p:cNvSpPr/>
          <p:nvPr/>
        </p:nvSpPr>
        <p:spPr>
          <a:xfrm>
            <a:off x="3401568" y="3035808"/>
            <a:ext cx="329184" cy="329184"/>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1" name="icon-users"/>
          <p:cNvGrpSpPr/>
          <p:nvPr/>
        </p:nvGrpSpPr>
        <p:grpSpPr>
          <a:xfrm>
            <a:off x="3480572" y="3114812"/>
            <a:ext cx="171176" cy="171176"/>
            <a:chOff x="0" y="0"/>
            <a:chExt cx="100" cy="100"/>
          </a:xfrm>
        </p:grpSpPr>
        <p:sp>
          <p:nvSpPr>
            <p:cNvPr id="22" name="g"/>
            <p:cNvSpPr/>
            <p:nvPr/>
          </p:nvSpPr>
          <p:spPr>
            <a:xfrm>
              <a:off x="0" y="0"/>
              <a:ext cx="100" cy="100"/>
            </a:xfrm>
            <a:custGeom>
              <a:avLst/>
              <a:gdLst/>
              <a:ahLst/>
              <a:cxnLst/>
              <a:rect l="0" t="0" r="100" b="100"/>
              <a:pathLst>
                <a:path w="100" h="100" fill="none">
                  <a:moveTo>
                    <a:pt x="28" y="74"/>
                  </a:moveTo>
                  <a:lnTo>
                    <a:pt x="28" y="66"/>
                  </a:lnTo>
                  <a:lnTo>
                    <a:pt x="38" y="56"/>
                  </a:lnTo>
                  <a:lnTo>
                    <a:pt x="62" y="56"/>
                  </a:lnTo>
                  <a:lnTo>
                    <a:pt x="72" y="66"/>
                  </a:lnTo>
                  <a:lnTo>
                    <a:pt x="72" y="74"/>
                  </a:lnTo>
                </a:path>
              </a:pathLst>
            </a:custGeom>
            <a:noFill/>
            <a:ln w="33020" cap="rnd">
              <a:solidFill>
                <a:srgbClr val="FF7A00"/>
              </a:solidFill>
              <a:round/>
            </a:ln>
          </p:spPr>
          <p:txBody>
            <a:bodyPr/>
            <a:lstStyle/>
            <a:p>
              <a:endParaRPr/>
            </a:p>
          </p:txBody>
        </p:sp>
        <p:sp>
          <p:nvSpPr>
            <p:cNvPr id="23" name="e"/>
            <p:cNvSpPr/>
            <p:nvPr/>
          </p:nvSpPr>
          <p:spPr>
            <a:xfrm>
              <a:off x="38" y="22"/>
              <a:ext cx="24" cy="24"/>
            </a:xfrm>
            <a:prstGeom prst="ellipse">
              <a:avLst/>
            </a:prstGeom>
            <a:noFill/>
            <a:ln w="33020">
              <a:solidFill>
                <a:srgbClr val="FF7A00"/>
              </a:solidFill>
            </a:ln>
          </p:spPr>
          <p:txBody>
            <a:bodyPr/>
            <a:lstStyle/>
            <a:p>
              <a:endParaRPr/>
            </a:p>
          </p:txBody>
        </p:sp>
      </p:grpSp>
      <p:sp>
        <p:nvSpPr>
          <p:cNvPr id="200353" name="TextBox 200352"/>
          <p:cNvSpPr txBox="1"/>
          <p:nvPr/>
        </p:nvSpPr>
        <p:spPr>
          <a:xfrm>
            <a:off x="3858768" y="2907792"/>
            <a:ext cx="1901952" cy="161583"/>
          </a:xfrm>
          <a:prstGeom prst="rect">
            <a:avLst/>
          </a:prstGeom>
          <a:noFill/>
        </p:spPr>
        <p:txBody>
          <a:bodyPr wrap="square" lIns="0" tIns="0" rIns="0" bIns="0">
            <a:spAutoFit/>
          </a:bodyPr>
          <a:lstStyle/>
          <a:p>
            <a:pPr algn="l"/>
            <a:r>
              <a:rPr lang="en-US" sz="1050" b="1">
                <a:solidFill>
                  <a:srgbClr val="0A0A0A"/>
                </a:solidFill>
                <a:latin typeface="Aptos Display"/>
              </a:rPr>
              <a:t>Faster Time to Market</a:t>
            </a:r>
          </a:p>
        </p:txBody>
      </p:sp>
      <p:sp>
        <p:nvSpPr>
          <p:cNvPr id="200354" name="TextBox 200353"/>
          <p:cNvSpPr txBox="1"/>
          <p:nvPr/>
        </p:nvSpPr>
        <p:spPr>
          <a:xfrm>
            <a:off x="3858768" y="3200400"/>
            <a:ext cx="1901952" cy="123111"/>
          </a:xfrm>
          <a:prstGeom prst="rect">
            <a:avLst/>
          </a:prstGeom>
          <a:noFill/>
        </p:spPr>
        <p:txBody>
          <a:bodyPr wrap="square" lIns="0" tIns="0" rIns="0" bIns="0">
            <a:spAutoFit/>
          </a:bodyPr>
          <a:lstStyle/>
          <a:p>
            <a:pPr algn="l"/>
            <a:r>
              <a:rPr lang="en-US" sz="800" b="0">
                <a:solidFill>
                  <a:srgbClr val="4A4A4A"/>
                </a:solidFill>
                <a:latin typeface="Aptos"/>
              </a:rPr>
              <a:t>New rails launched in weeks</a:t>
            </a:r>
          </a:p>
        </p:txBody>
      </p:sp>
      <p:sp>
        <p:nvSpPr>
          <p:cNvPr id="200355" name="Rounded Rectangle 200354"/>
          <p:cNvSpPr/>
          <p:nvPr/>
        </p:nvSpPr>
        <p:spPr>
          <a:xfrm>
            <a:off x="6053328" y="2889504"/>
            <a:ext cx="2633472" cy="621792"/>
          </a:xfrm>
          <a:prstGeom prst="roundRect">
            <a:avLst>
              <a:gd name="adj" fmla="val 10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356" name="Rounded Rectangle 200355"/>
          <p:cNvSpPr/>
          <p:nvPr/>
        </p:nvSpPr>
        <p:spPr>
          <a:xfrm>
            <a:off x="6199632" y="3035808"/>
            <a:ext cx="329184" cy="329184"/>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4" name="icon-gear"/>
          <p:cNvGrpSpPr/>
          <p:nvPr/>
        </p:nvGrpSpPr>
        <p:grpSpPr>
          <a:xfrm>
            <a:off x="6278636" y="3114812"/>
            <a:ext cx="171176" cy="171176"/>
            <a:chOff x="0" y="0"/>
            <a:chExt cx="100" cy="100"/>
          </a:xfrm>
        </p:grpSpPr>
        <p:sp>
          <p:nvSpPr>
            <p:cNvPr id="25" name="g"/>
            <p:cNvSpPr/>
            <p:nvPr/>
          </p:nvSpPr>
          <p:spPr>
            <a:xfrm>
              <a:off x="0" y="0"/>
              <a:ext cx="100" cy="100"/>
            </a:xfrm>
            <a:custGeom>
              <a:avLst/>
              <a:gdLst/>
              <a:ahLst/>
              <a:cxnLst/>
              <a:rect l="0" t="0" r="100" b="100"/>
              <a:pathLst>
                <a:path w="100" h="100" fill="none">
                  <a:moveTo>
                    <a:pt x="50" y="22"/>
                  </a:moveTo>
                  <a:lnTo>
                    <a:pt x="50" y="32"/>
                  </a:lnTo>
                  <a:moveTo>
                    <a:pt x="50" y="68"/>
                  </a:moveTo>
                  <a:lnTo>
                    <a:pt x="50" y="78"/>
                  </a:lnTo>
                  <a:moveTo>
                    <a:pt x="22" y="50"/>
                  </a:moveTo>
                  <a:lnTo>
                    <a:pt x="32" y="50"/>
                  </a:lnTo>
                  <a:moveTo>
                    <a:pt x="68" y="50"/>
                  </a:moveTo>
                  <a:lnTo>
                    <a:pt x="78" y="50"/>
                  </a:lnTo>
                  <a:moveTo>
                    <a:pt x="30" y="30"/>
                  </a:moveTo>
                  <a:lnTo>
                    <a:pt x="37" y="37"/>
                  </a:lnTo>
                  <a:moveTo>
                    <a:pt x="63" y="63"/>
                  </a:moveTo>
                  <a:lnTo>
                    <a:pt x="70" y="70"/>
                  </a:lnTo>
                  <a:moveTo>
                    <a:pt x="70" y="30"/>
                  </a:moveTo>
                  <a:lnTo>
                    <a:pt x="63" y="37"/>
                  </a:lnTo>
                  <a:moveTo>
                    <a:pt x="37" y="63"/>
                  </a:moveTo>
                  <a:lnTo>
                    <a:pt x="30" y="70"/>
                  </a:lnTo>
                </a:path>
              </a:pathLst>
            </a:custGeom>
            <a:noFill/>
            <a:ln w="33020" cap="rnd">
              <a:solidFill>
                <a:srgbClr val="E8862B"/>
              </a:solidFill>
              <a:round/>
            </a:ln>
          </p:spPr>
          <p:txBody>
            <a:bodyPr/>
            <a:lstStyle/>
            <a:p>
              <a:endParaRPr/>
            </a:p>
          </p:txBody>
        </p:sp>
        <p:sp>
          <p:nvSpPr>
            <p:cNvPr id="26" name="e"/>
            <p:cNvSpPr/>
            <p:nvPr/>
          </p:nvSpPr>
          <p:spPr>
            <a:xfrm>
              <a:off x="38" y="38"/>
              <a:ext cx="24" cy="24"/>
            </a:xfrm>
            <a:prstGeom prst="ellipse">
              <a:avLst/>
            </a:prstGeom>
            <a:noFill/>
            <a:ln w="33020">
              <a:solidFill>
                <a:srgbClr val="E8862B"/>
              </a:solidFill>
            </a:ln>
          </p:spPr>
          <p:txBody>
            <a:bodyPr/>
            <a:lstStyle/>
            <a:p>
              <a:endParaRPr/>
            </a:p>
          </p:txBody>
        </p:sp>
      </p:grpSp>
      <p:sp>
        <p:nvSpPr>
          <p:cNvPr id="200357" name="TextBox 200356"/>
          <p:cNvSpPr txBox="1"/>
          <p:nvPr/>
        </p:nvSpPr>
        <p:spPr>
          <a:xfrm>
            <a:off x="6656832" y="2907792"/>
            <a:ext cx="1901952" cy="161583"/>
          </a:xfrm>
          <a:prstGeom prst="rect">
            <a:avLst/>
          </a:prstGeom>
          <a:noFill/>
        </p:spPr>
        <p:txBody>
          <a:bodyPr wrap="square" lIns="0" tIns="0" rIns="0" bIns="0">
            <a:spAutoFit/>
          </a:bodyPr>
          <a:lstStyle/>
          <a:p>
            <a:pPr algn="l"/>
            <a:r>
              <a:rPr lang="en-US" sz="1050" b="1">
                <a:solidFill>
                  <a:srgbClr val="0A0A0A"/>
                </a:solidFill>
                <a:latin typeface="Aptos Display"/>
              </a:rPr>
              <a:t>Lower Operational Load</a:t>
            </a:r>
          </a:p>
        </p:txBody>
      </p:sp>
      <p:sp>
        <p:nvSpPr>
          <p:cNvPr id="200358" name="TextBox 200357"/>
          <p:cNvSpPr txBox="1"/>
          <p:nvPr/>
        </p:nvSpPr>
        <p:spPr>
          <a:xfrm>
            <a:off x="6656832" y="3200400"/>
            <a:ext cx="1901952" cy="123111"/>
          </a:xfrm>
          <a:prstGeom prst="rect">
            <a:avLst/>
          </a:prstGeom>
          <a:noFill/>
        </p:spPr>
        <p:txBody>
          <a:bodyPr wrap="square" lIns="0" tIns="0" rIns="0" bIns="0">
            <a:spAutoFit/>
          </a:bodyPr>
          <a:lstStyle/>
          <a:p>
            <a:pPr algn="l"/>
            <a:r>
              <a:rPr lang="en-US" sz="800" b="0">
                <a:solidFill>
                  <a:srgbClr val="4A4A4A"/>
                </a:solidFill>
                <a:latin typeface="Aptos"/>
              </a:rPr>
              <a:t>Reconciliation effort falls sharply</a:t>
            </a:r>
          </a:p>
        </p:txBody>
      </p:sp>
      <p:sp>
        <p:nvSpPr>
          <p:cNvPr id="200359" name="Rounded Rectangle 200358"/>
          <p:cNvSpPr/>
          <p:nvPr/>
        </p:nvSpPr>
        <p:spPr>
          <a:xfrm>
            <a:off x="457200" y="3657600"/>
            <a:ext cx="8229600" cy="512064"/>
          </a:xfrm>
          <a:prstGeom prst="roundRect">
            <a:avLst>
              <a:gd name="adj" fmla="val 14000"/>
            </a:avLst>
          </a:prstGeom>
          <a:solidFill>
            <a:srgbClr val="FAFAFA"/>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360" name="Rectangle 200359"/>
          <p:cNvSpPr/>
          <p:nvPr/>
        </p:nvSpPr>
        <p:spPr>
          <a:xfrm>
            <a:off x="457200" y="3749040"/>
            <a:ext cx="41148" cy="329184"/>
          </a:xfrm>
          <a:prstGeom prst="rect">
            <a:avLst/>
          </a:prstGeom>
          <a:solidFill>
            <a:srgbClr val="F57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361" name="TextBox 200360"/>
          <p:cNvSpPr txBox="1"/>
          <p:nvPr/>
        </p:nvSpPr>
        <p:spPr>
          <a:xfrm>
            <a:off x="658368" y="3730752"/>
            <a:ext cx="7863840" cy="115416"/>
          </a:xfrm>
          <a:prstGeom prst="rect">
            <a:avLst/>
          </a:prstGeom>
          <a:noFill/>
        </p:spPr>
        <p:txBody>
          <a:bodyPr wrap="square" lIns="0" tIns="0" rIns="0" bIns="0">
            <a:spAutoFit/>
          </a:bodyPr>
          <a:lstStyle/>
          <a:p>
            <a:pPr algn="l"/>
            <a:r>
              <a:rPr lang="en-US" sz="750" b="1" spc="120">
                <a:solidFill>
                  <a:srgbClr val="F57C1F"/>
                </a:solidFill>
                <a:latin typeface="Aptos"/>
              </a:rPr>
              <a:t>WHY IT MATTERS</a:t>
            </a:r>
          </a:p>
        </p:txBody>
      </p:sp>
      <p:sp>
        <p:nvSpPr>
          <p:cNvPr id="200362" name="TextBox 200361"/>
          <p:cNvSpPr txBox="1"/>
          <p:nvPr/>
        </p:nvSpPr>
        <p:spPr>
          <a:xfrm>
            <a:off x="658368" y="3904488"/>
            <a:ext cx="7863840" cy="148887"/>
          </a:xfrm>
          <a:prstGeom prst="rect">
            <a:avLst/>
          </a:prstGeom>
          <a:noFill/>
        </p:spPr>
        <p:txBody>
          <a:bodyPr wrap="square" lIns="0" tIns="0" rIns="0" bIns="0">
            <a:spAutoFit/>
          </a:bodyPr>
          <a:lstStyle/>
          <a:p>
            <a:pPr algn="l">
              <a:lnSpc>
                <a:spcPct val="105000"/>
              </a:lnSpc>
            </a:pPr>
            <a:r>
              <a:rPr lang="en-US" sz="950" b="0">
                <a:solidFill>
                  <a:srgbClr val="0A0A0A"/>
                </a:solidFill>
                <a:latin typeface="Aptos"/>
              </a:rPr>
              <a:t>Payments are the most frequent touchpoint an institution has with its customers — reliability here shapes trust everywhere else.</a:t>
            </a:r>
          </a:p>
        </p:txBody>
      </p:sp>
      <p:sp>
        <p:nvSpPr>
          <p:cNvPr id="28" name="TextBox 27">
            <a:extLst>
              <a:ext uri="{FF2B5EF4-FFF2-40B4-BE49-F238E27FC236}">
                <a16:creationId xmlns:a16="http://schemas.microsoft.com/office/drawing/2014/main" id="{6D345D2A-B11F-4EF4-33AF-5A4A30A2BD03}"/>
              </a:ext>
            </a:extLst>
          </p:cNvPr>
          <p:cNvSpPr txBox="1"/>
          <p:nvPr/>
        </p:nvSpPr>
        <p:spPr>
          <a:xfrm>
            <a:off x="457200" y="4864608"/>
            <a:ext cx="4572000" cy="123111"/>
          </a:xfrm>
          <a:prstGeom prst="rect">
            <a:avLst/>
          </a:prstGeom>
          <a:noFill/>
        </p:spPr>
        <p:txBody>
          <a:bodyPr wrap="square" lIns="0" tIns="0" rIns="0" bIns="0" anchor="t">
            <a:spAutoFit/>
          </a:bodyPr>
          <a:lstStyle/>
          <a:p>
            <a:r>
              <a:rPr lang="en-US" sz="800" err="1">
                <a:solidFill>
                  <a:srgbClr val="4A4A4A"/>
                </a:solidFill>
                <a:latin typeface="Aptos"/>
              </a:rPr>
              <a:t>RazorSharpFocus</a:t>
            </a:r>
            <a:r>
              <a:rPr lang="en-US" sz="800">
                <a:solidFill>
                  <a:srgbClr val="4A4A4A"/>
                </a:solidFill>
                <a:latin typeface="Aptos"/>
              </a:rPr>
              <a:t> Intelligence </a:t>
            </a:r>
            <a:r>
              <a:rPr lang="en-US" sz="800" b="0">
                <a:solidFill>
                  <a:srgbClr val="4A4A4A"/>
                </a:solidFill>
                <a:latin typeface="Aptos"/>
              </a:rPr>
              <a:t> Private Limited</a:t>
            </a:r>
          </a:p>
        </p:txBody>
      </p:sp>
      <p:sp>
        <p:nvSpPr>
          <p:cNvPr id="30" name="TextBox 29">
            <a:extLst>
              <a:ext uri="{FF2B5EF4-FFF2-40B4-BE49-F238E27FC236}">
                <a16:creationId xmlns:a16="http://schemas.microsoft.com/office/drawing/2014/main" id="{BFD3D044-1D5B-FB1F-1AC3-F35E5C706E1F}"/>
              </a:ext>
            </a:extLst>
          </p:cNvPr>
          <p:cNvSpPr txBox="1"/>
          <p:nvPr/>
        </p:nvSpPr>
        <p:spPr>
          <a:xfrm>
            <a:off x="2743200" y="4864608"/>
            <a:ext cx="3657600" cy="123111"/>
          </a:xfrm>
          <a:prstGeom prst="rect">
            <a:avLst/>
          </a:prstGeom>
          <a:noFill/>
        </p:spPr>
        <p:txBody>
          <a:bodyPr wrap="square" lIns="0" tIns="0" rIns="0" bIns="0" anchor="t">
            <a:spAutoFit/>
          </a:bodyPr>
          <a:lstStyle/>
          <a:p>
            <a:pPr algn="ctr"/>
            <a:r>
              <a:rPr lang="en-US" sz="800">
                <a:solidFill>
                  <a:schemeClr val="bg1">
                    <a:lumMod val="49000"/>
                  </a:schemeClr>
                </a:solidFill>
                <a:latin typeface="Calibri"/>
                <a:ea typeface="Calibri"/>
                <a:cs typeface="Calibri"/>
              </a:rPr>
              <a:t>Engineering Intelligent Business Execution</a:t>
            </a:r>
            <a:endParaRPr lang="en-US">
              <a:solidFill>
                <a:schemeClr val="bg1">
                  <a:lumMod val="49000"/>
                </a:schemeClr>
              </a:solidFill>
              <a:ea typeface="Calibri"/>
              <a:cs typeface="Calibri"/>
            </a:endParaRPr>
          </a:p>
        </p:txBody>
      </p:sp>
      <p:sp>
        <p:nvSpPr>
          <p:cNvPr id="200991" name="TextBox 200990"/>
          <p:cNvSpPr txBox="1"/>
          <p:nvPr/>
        </p:nvSpPr>
        <p:spPr>
          <a:xfrm>
            <a:off x="3950208" y="1627632"/>
            <a:ext cx="1810512" cy="153888"/>
          </a:xfrm>
          <a:prstGeom prst="rect">
            <a:avLst/>
          </a:prstGeom>
          <a:noFill/>
        </p:spPr>
        <p:txBody>
          <a:bodyPr wrap="square" lIns="0" tIns="0" rIns="0" bIns="0">
            <a:spAutoFit/>
          </a:bodyPr>
          <a:lstStyle/>
          <a:p>
            <a:pPr algn="l"/>
            <a:r>
              <a:rPr lang="en-US" sz="1000" b="1">
                <a:solidFill>
                  <a:srgbClr val="0A0A0A"/>
                </a:solidFill>
                <a:latin typeface="Aptos Display"/>
              </a:rPr>
              <a:t>Payments &amp; Acquiring</a:t>
            </a:r>
          </a:p>
        </p:txBody>
      </p:sp>
      <p:grpSp>
        <p:nvGrpSpPr>
          <p:cNvPr id="201109" name="icon-target"/>
          <p:cNvGrpSpPr/>
          <p:nvPr/>
        </p:nvGrpSpPr>
        <p:grpSpPr>
          <a:xfrm>
            <a:off x="3570842" y="1760330"/>
            <a:ext cx="136941" cy="136941"/>
            <a:chOff x="10" y="10"/>
            <a:chExt cx="80" cy="80"/>
          </a:xfrm>
        </p:grpSpPr>
        <p:sp>
          <p:nvSpPr>
            <p:cNvPr id="201110" name="e"/>
            <p:cNvSpPr/>
            <p:nvPr/>
          </p:nvSpPr>
          <p:spPr>
            <a:xfrm>
              <a:off x="10" y="10"/>
              <a:ext cx="80" cy="80"/>
            </a:xfrm>
            <a:prstGeom prst="ellipse">
              <a:avLst/>
            </a:prstGeom>
            <a:noFill/>
            <a:ln w="33020">
              <a:solidFill>
                <a:srgbClr val="F57C1F"/>
              </a:solidFill>
            </a:ln>
          </p:spPr>
          <p:txBody>
            <a:bodyPr/>
            <a:lstStyle/>
            <a:p>
              <a:endParaRPr/>
            </a:p>
          </p:txBody>
        </p:sp>
        <p:sp>
          <p:nvSpPr>
            <p:cNvPr id="201111" name="e"/>
            <p:cNvSpPr/>
            <p:nvPr/>
          </p:nvSpPr>
          <p:spPr>
            <a:xfrm>
              <a:off x="28" y="28"/>
              <a:ext cx="44" cy="44"/>
            </a:xfrm>
            <a:prstGeom prst="ellipse">
              <a:avLst/>
            </a:prstGeom>
            <a:noFill/>
            <a:ln w="33020">
              <a:solidFill>
                <a:srgbClr val="F57C1F"/>
              </a:solidFill>
            </a:ln>
          </p:spPr>
          <p:txBody>
            <a:bodyPr/>
            <a:lstStyle/>
            <a:p>
              <a:endParaRPr/>
            </a:p>
          </p:txBody>
        </p:sp>
        <p:sp>
          <p:nvSpPr>
            <p:cNvPr id="201112" name="e"/>
            <p:cNvSpPr/>
            <p:nvPr/>
          </p:nvSpPr>
          <p:spPr>
            <a:xfrm>
              <a:off x="44" y="44"/>
              <a:ext cx="12" cy="12"/>
            </a:xfrm>
            <a:prstGeom prst="ellipse">
              <a:avLst/>
            </a:prstGeom>
            <a:solidFill>
              <a:srgbClr val="F57C1F"/>
            </a:solidFill>
            <a:ln>
              <a:noFill/>
            </a:ln>
          </p:spPr>
          <p:txBody>
            <a:bodyPr/>
            <a:lstStyle/>
            <a:p>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0292"/>
          </a:xfrm>
          <a:prstGeom prst="rect">
            <a:avLst/>
          </a:prstGeom>
          <a:gradFill>
            <a:gsLst>
              <a:gs pos="0">
                <a:srgbClr val="F57C1F"/>
              </a:gs>
              <a:gs pos="100000">
                <a:srgbClr val="FF7A00"/>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283464"/>
            <a:ext cx="146304" cy="146304"/>
          </a:xfrm>
          <a:prstGeom prst="roundRect">
            <a:avLst>
              <a:gd name="adj" fmla="val 30000"/>
            </a:avLst>
          </a:prstGeom>
          <a:gradFill>
            <a:gsLst>
              <a:gs pos="0">
                <a:srgbClr val="F57C1F"/>
              </a:gs>
              <a:gs pos="100000">
                <a:srgbClr val="FF7A00"/>
              </a:gs>
            </a:gsLst>
            <a:lin ang="27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94944" y="274320"/>
            <a:ext cx="6949440" cy="153888"/>
          </a:xfrm>
          <a:prstGeom prst="rect">
            <a:avLst/>
          </a:prstGeom>
          <a:noFill/>
        </p:spPr>
        <p:txBody>
          <a:bodyPr wrap="square" lIns="0" tIns="0" rIns="0" bIns="0">
            <a:spAutoFit/>
          </a:bodyPr>
          <a:lstStyle/>
          <a:p>
            <a:pPr algn="l"/>
            <a:r>
              <a:rPr lang="en-US" sz="1000" b="1" spc="180">
                <a:solidFill>
                  <a:srgbClr val="F57C1F"/>
                </a:solidFill>
                <a:latin typeface="Aptos"/>
              </a:rPr>
              <a:t>OUR CORE SERVICE · ZENTIQONE</a:t>
            </a:r>
          </a:p>
        </p:txBody>
      </p:sp>
      <p:sp>
        <p:nvSpPr>
          <p:cNvPr id="6" name="TextBox 5"/>
          <p:cNvSpPr txBox="1"/>
          <p:nvPr/>
        </p:nvSpPr>
        <p:spPr>
          <a:xfrm>
            <a:off x="457200" y="868417"/>
            <a:ext cx="8229600" cy="390407"/>
          </a:xfrm>
          <a:prstGeom prst="rect">
            <a:avLst/>
          </a:prstGeom>
          <a:noFill/>
        </p:spPr>
        <p:txBody>
          <a:bodyPr wrap="square" lIns="0" tIns="0" rIns="0" bIns="0" anchor="b">
            <a:normAutofit/>
          </a:bodyPr>
          <a:lstStyle/>
          <a:p>
            <a:r>
              <a:rPr lang="en-US" sz="2200" b="1">
                <a:latin typeface="Aptos Display"/>
              </a:rPr>
              <a:t>ZentiqOne</a:t>
            </a:r>
            <a:r>
              <a:rPr lang="en-US" sz="2200" b="1" dirty="0">
                <a:latin typeface="Aptos Display"/>
              </a:rPr>
              <a:t>: </a:t>
            </a:r>
            <a:r>
              <a:rPr lang="en-US" sz="2200" b="1">
                <a:latin typeface="Aptos Display"/>
              </a:rPr>
              <a:t>Our Core Payments Engineering Service</a:t>
            </a:r>
            <a:endParaRPr lang="en-US" sz="2200" b="1" dirty="0">
              <a:highlight>
                <a:srgbClr val="FFFFFF"/>
              </a:highlight>
              <a:latin typeface="Aptos Display"/>
              <a:ea typeface="Calibri"/>
              <a:cs typeface="Calibri"/>
            </a:endParaRPr>
          </a:p>
        </p:txBody>
      </p:sp>
      <p:sp>
        <p:nvSpPr>
          <p:cNvPr id="7" name="TextBox 6"/>
          <p:cNvSpPr txBox="1"/>
          <p:nvPr/>
        </p:nvSpPr>
        <p:spPr>
          <a:xfrm>
            <a:off x="457200" y="1286256"/>
            <a:ext cx="8229600" cy="353943"/>
          </a:xfrm>
          <a:prstGeom prst="rect">
            <a:avLst/>
          </a:prstGeom>
          <a:noFill/>
        </p:spPr>
        <p:txBody>
          <a:bodyPr wrap="square" lIns="0" tIns="0" rIns="0" bIns="0" anchor="t">
            <a:spAutoFit/>
          </a:bodyPr>
          <a:lstStyle/>
          <a:p>
            <a:r>
              <a:rPr lang="en-US" sz="1150">
                <a:solidFill>
                  <a:srgbClr val="121212"/>
                </a:solidFill>
                <a:highlight>
                  <a:srgbClr val="FFFFFF"/>
                </a:highlight>
                <a:ea typeface="+mn-lt"/>
                <a:cs typeface="+mn-lt"/>
              </a:rPr>
              <a:t>ZentiqOne is the fintech engineering core of RazorSharpFocus. It acts as your outsourced payments team, building the infrastructure that moves money for banks, fintechs, NBFCs and aggregators.</a:t>
            </a:r>
            <a:endParaRPr lang="en-US">
              <a:solidFill>
                <a:srgbClr val="121212"/>
              </a:solidFill>
              <a:highlight>
                <a:srgbClr val="FFFFFF"/>
              </a:highlight>
              <a:ea typeface="+mn-lt"/>
              <a:cs typeface="+mn-lt"/>
            </a:endParaRPr>
          </a:p>
        </p:txBody>
      </p:sp>
      <p:cxnSp>
        <p:nvCxnSpPr>
          <p:cNvPr id="8" name="Connector 7"/>
          <p:cNvCxnSpPr/>
          <p:nvPr/>
        </p:nvCxnSpPr>
        <p:spPr>
          <a:xfrm>
            <a:off x="457200" y="4828032"/>
            <a:ext cx="8229600" cy="0"/>
          </a:xfrm>
          <a:prstGeom prst="line">
            <a:avLst/>
          </a:prstGeom>
          <a:ln w="9525">
            <a:solidFill>
              <a:srgbClr val="E6E6E6"/>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589520" y="4864608"/>
            <a:ext cx="1097280" cy="123111"/>
          </a:xfrm>
          <a:prstGeom prst="rect">
            <a:avLst/>
          </a:prstGeom>
          <a:noFill/>
        </p:spPr>
        <p:txBody>
          <a:bodyPr wrap="square" lIns="0" tIns="0" rIns="0" bIns="0">
            <a:spAutoFit/>
          </a:bodyPr>
          <a:lstStyle/>
          <a:p>
            <a:pPr algn="r"/>
            <a:r>
              <a:rPr lang="en-US" sz="800" b="0">
                <a:solidFill>
                  <a:srgbClr val="4A4A4A"/>
                </a:solidFill>
                <a:latin typeface="Aptos"/>
              </a:rPr>
              <a:t>05 / 11</a:t>
            </a:r>
          </a:p>
        </p:txBody>
      </p:sp>
      <p:sp>
        <p:nvSpPr>
          <p:cNvPr id="12" name="TextBox 11"/>
          <p:cNvSpPr txBox="1"/>
          <p:nvPr/>
        </p:nvSpPr>
        <p:spPr>
          <a:xfrm>
            <a:off x="457200" y="1772672"/>
            <a:ext cx="5486400" cy="123111"/>
          </a:xfrm>
          <a:prstGeom prst="rect">
            <a:avLst/>
          </a:prstGeom>
          <a:noFill/>
        </p:spPr>
        <p:txBody>
          <a:bodyPr wrap="square" lIns="0" tIns="0" rIns="0" bIns="0">
            <a:spAutoFit/>
          </a:bodyPr>
          <a:lstStyle/>
          <a:p>
            <a:pPr algn="l"/>
            <a:r>
              <a:rPr lang="en-US" sz="800" b="1" spc="120">
                <a:solidFill>
                  <a:srgbClr val="F57C1F"/>
                </a:solidFill>
                <a:latin typeface="Aptos"/>
              </a:rPr>
              <a:t>CORE SERVICES</a:t>
            </a:r>
          </a:p>
        </p:txBody>
      </p:sp>
      <p:sp>
        <p:nvSpPr>
          <p:cNvPr id="13" name="Rounded Rectangle 12"/>
          <p:cNvSpPr/>
          <p:nvPr/>
        </p:nvSpPr>
        <p:spPr>
          <a:xfrm>
            <a:off x="457200" y="1992128"/>
            <a:ext cx="2633472" cy="1042416"/>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2120144"/>
            <a:ext cx="50292" cy="786384"/>
          </a:xfrm>
          <a:prstGeom prst="rect">
            <a:avLst/>
          </a:prstGeom>
          <a:solidFill>
            <a:srgbClr val="F57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40080" y="2120144"/>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00240" name="icon-check"/>
          <p:cNvGrpSpPr/>
          <p:nvPr/>
        </p:nvGrpSpPr>
        <p:grpSpPr>
          <a:xfrm>
            <a:off x="736641" y="2216705"/>
            <a:ext cx="209215" cy="209215"/>
            <a:chOff x="0" y="0"/>
            <a:chExt cx="100" cy="100"/>
          </a:xfrm>
        </p:grpSpPr>
        <p:sp>
          <p:nvSpPr>
            <p:cNvPr id="200241" name="g"/>
            <p:cNvSpPr/>
            <p:nvPr/>
          </p:nvSpPr>
          <p:spPr>
            <a:xfrm>
              <a:off x="0" y="0"/>
              <a:ext cx="100" cy="100"/>
            </a:xfrm>
            <a:custGeom>
              <a:avLst/>
              <a:gdLst/>
              <a:ahLst/>
              <a:cxnLst/>
              <a:rect l="0" t="0" r="100" b="100"/>
              <a:pathLst>
                <a:path w="100" h="100" fill="none">
                  <a:moveTo>
                    <a:pt x="26" y="52"/>
                  </a:moveTo>
                  <a:lnTo>
                    <a:pt x="43" y="70"/>
                  </a:lnTo>
                  <a:lnTo>
                    <a:pt x="76" y="32"/>
                  </a:lnTo>
                </a:path>
              </a:pathLst>
            </a:custGeom>
            <a:noFill/>
            <a:ln w="33020" cap="rnd">
              <a:solidFill>
                <a:srgbClr val="F57C1F"/>
              </a:solidFill>
              <a:round/>
            </a:ln>
          </p:spPr>
          <p:txBody>
            <a:bodyPr/>
            <a:lstStyle/>
            <a:p>
              <a:endParaRPr/>
            </a:p>
          </p:txBody>
        </p:sp>
      </p:grpSp>
      <p:sp>
        <p:nvSpPr>
          <p:cNvPr id="200242" name="TextBox 200241"/>
          <p:cNvSpPr txBox="1"/>
          <p:nvPr/>
        </p:nvSpPr>
        <p:spPr>
          <a:xfrm>
            <a:off x="1152144" y="2120144"/>
            <a:ext cx="1810512" cy="153888"/>
          </a:xfrm>
          <a:prstGeom prst="rect">
            <a:avLst/>
          </a:prstGeom>
          <a:noFill/>
        </p:spPr>
        <p:txBody>
          <a:bodyPr wrap="square" lIns="0" tIns="0" rIns="0" bIns="0">
            <a:spAutoFit/>
          </a:bodyPr>
          <a:lstStyle/>
          <a:p>
            <a:pPr algn="l"/>
            <a:r>
              <a:rPr lang="en-US" sz="1000" b="1">
                <a:solidFill>
                  <a:srgbClr val="0A0A0A"/>
                </a:solidFill>
                <a:latin typeface="Aptos Display"/>
              </a:rPr>
              <a:t>Payment Platform Development</a:t>
            </a:r>
          </a:p>
        </p:txBody>
      </p:sp>
      <p:sp>
        <p:nvSpPr>
          <p:cNvPr id="200243" name="TextBox 200242"/>
          <p:cNvSpPr txBox="1"/>
          <p:nvPr/>
        </p:nvSpPr>
        <p:spPr>
          <a:xfrm>
            <a:off x="640080" y="2650496"/>
            <a:ext cx="2304288" cy="246221"/>
          </a:xfrm>
          <a:prstGeom prst="rect">
            <a:avLst/>
          </a:prstGeom>
          <a:noFill/>
        </p:spPr>
        <p:txBody>
          <a:bodyPr wrap="square" lIns="0" tIns="0" rIns="0" bIns="0">
            <a:spAutoFit/>
          </a:bodyPr>
          <a:lstStyle/>
          <a:p>
            <a:pPr algn="l"/>
            <a:r>
              <a:rPr lang="en-US" sz="800" b="0">
                <a:solidFill>
                  <a:srgbClr val="4A4A4A"/>
                </a:solidFill>
                <a:latin typeface="Aptos"/>
              </a:rPr>
              <a:t>Payment gateways, digital wallets, UPI and BBPS systems, and collection or disbursement workflows.</a:t>
            </a:r>
          </a:p>
        </p:txBody>
      </p:sp>
      <p:sp>
        <p:nvSpPr>
          <p:cNvPr id="200244" name="Rounded Rectangle 200243"/>
          <p:cNvSpPr/>
          <p:nvPr/>
        </p:nvSpPr>
        <p:spPr>
          <a:xfrm>
            <a:off x="3255264" y="1992128"/>
            <a:ext cx="2633472" cy="1042416"/>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45" name="Rectangle 200244"/>
          <p:cNvSpPr/>
          <p:nvPr/>
        </p:nvSpPr>
        <p:spPr>
          <a:xfrm>
            <a:off x="3255264" y="2120144"/>
            <a:ext cx="50292" cy="786384"/>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46" name="Rounded Rectangle 200245"/>
          <p:cNvSpPr/>
          <p:nvPr/>
        </p:nvSpPr>
        <p:spPr>
          <a:xfrm>
            <a:off x="3438144" y="2120144"/>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6" name="icon-mobile"/>
          <p:cNvGrpSpPr/>
          <p:nvPr/>
        </p:nvGrpSpPr>
        <p:grpSpPr>
          <a:xfrm>
            <a:off x="3534705" y="2216705"/>
            <a:ext cx="209215" cy="209215"/>
            <a:chOff x="0" y="0"/>
            <a:chExt cx="100" cy="100"/>
          </a:xfrm>
        </p:grpSpPr>
        <p:sp>
          <p:nvSpPr>
            <p:cNvPr id="17" name="g"/>
            <p:cNvSpPr/>
            <p:nvPr/>
          </p:nvSpPr>
          <p:spPr>
            <a:xfrm>
              <a:off x="0" y="0"/>
              <a:ext cx="100" cy="100"/>
            </a:xfrm>
            <a:custGeom>
              <a:avLst/>
              <a:gdLst/>
              <a:ahLst/>
              <a:cxnLst/>
              <a:rect l="0" t="0" r="100" b="100"/>
              <a:pathLst>
                <a:path w="100" h="100" fill="none">
                  <a:moveTo>
                    <a:pt x="36" y="16"/>
                  </a:moveTo>
                  <a:lnTo>
                    <a:pt x="64" y="16"/>
                  </a:lnTo>
                  <a:lnTo>
                    <a:pt x="64" y="84"/>
                  </a:lnTo>
                  <a:lnTo>
                    <a:pt x="36" y="84"/>
                  </a:lnTo>
                  <a:close/>
                  <a:moveTo>
                    <a:pt x="44" y="22"/>
                  </a:moveTo>
                  <a:lnTo>
                    <a:pt x="56" y="22"/>
                  </a:lnTo>
                </a:path>
              </a:pathLst>
            </a:custGeom>
            <a:noFill/>
            <a:ln w="33020" cap="rnd">
              <a:solidFill>
                <a:srgbClr val="FF7A00"/>
              </a:solidFill>
              <a:round/>
            </a:ln>
          </p:spPr>
          <p:txBody>
            <a:bodyPr/>
            <a:lstStyle/>
            <a:p>
              <a:endParaRPr/>
            </a:p>
          </p:txBody>
        </p:sp>
        <p:sp>
          <p:nvSpPr>
            <p:cNvPr id="18" name="e"/>
            <p:cNvSpPr/>
            <p:nvPr/>
          </p:nvSpPr>
          <p:spPr>
            <a:xfrm>
              <a:off x="47" y="73"/>
              <a:ext cx="6" cy="6"/>
            </a:xfrm>
            <a:prstGeom prst="ellipse">
              <a:avLst/>
            </a:prstGeom>
            <a:solidFill>
              <a:srgbClr val="FF7A00"/>
            </a:solidFill>
            <a:ln>
              <a:noFill/>
            </a:ln>
          </p:spPr>
          <p:txBody>
            <a:bodyPr/>
            <a:lstStyle/>
            <a:p>
              <a:endParaRPr/>
            </a:p>
          </p:txBody>
        </p:sp>
      </p:grpSp>
      <p:sp>
        <p:nvSpPr>
          <p:cNvPr id="200247" name="TextBox 200246"/>
          <p:cNvSpPr txBox="1"/>
          <p:nvPr/>
        </p:nvSpPr>
        <p:spPr>
          <a:xfrm>
            <a:off x="3950208" y="2120144"/>
            <a:ext cx="1810512" cy="153888"/>
          </a:xfrm>
          <a:prstGeom prst="rect">
            <a:avLst/>
          </a:prstGeom>
          <a:noFill/>
        </p:spPr>
        <p:txBody>
          <a:bodyPr wrap="square" lIns="0" tIns="0" rIns="0" bIns="0">
            <a:spAutoFit/>
          </a:bodyPr>
          <a:lstStyle/>
          <a:p>
            <a:pPr algn="l"/>
            <a:r>
              <a:rPr lang="en-US" sz="1000" b="1">
                <a:solidFill>
                  <a:srgbClr val="0A0A0A"/>
                </a:solidFill>
                <a:latin typeface="Aptos Display"/>
              </a:rPr>
              <a:t>Merchant Enablement</a:t>
            </a:r>
          </a:p>
        </p:txBody>
      </p:sp>
      <p:sp>
        <p:nvSpPr>
          <p:cNvPr id="200248" name="TextBox 200247"/>
          <p:cNvSpPr txBox="1"/>
          <p:nvPr/>
        </p:nvSpPr>
        <p:spPr>
          <a:xfrm>
            <a:off x="3438144" y="2650496"/>
            <a:ext cx="2304288" cy="369332"/>
          </a:xfrm>
          <a:prstGeom prst="rect">
            <a:avLst/>
          </a:prstGeom>
          <a:noFill/>
        </p:spPr>
        <p:txBody>
          <a:bodyPr wrap="square" lIns="0" tIns="0" rIns="0" bIns="0">
            <a:spAutoFit/>
          </a:bodyPr>
          <a:lstStyle/>
          <a:p>
            <a:pPr algn="l"/>
            <a:r>
              <a:rPr lang="en-US" sz="800" b="0">
                <a:solidFill>
                  <a:srgbClr val="4A4A4A"/>
                </a:solidFill>
                <a:latin typeface="Aptos"/>
              </a:rPr>
              <a:t>Onboarding merchants at scale — gateway selection, compliance, integration and go-live certification.</a:t>
            </a:r>
          </a:p>
        </p:txBody>
      </p:sp>
      <p:sp>
        <p:nvSpPr>
          <p:cNvPr id="200249" name="Rounded Rectangle 200248"/>
          <p:cNvSpPr/>
          <p:nvPr/>
        </p:nvSpPr>
        <p:spPr>
          <a:xfrm>
            <a:off x="6053328" y="1992128"/>
            <a:ext cx="2633472" cy="1042416"/>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50" name="Rectangle 200249"/>
          <p:cNvSpPr/>
          <p:nvPr/>
        </p:nvSpPr>
        <p:spPr>
          <a:xfrm>
            <a:off x="6053328" y="2120144"/>
            <a:ext cx="50292" cy="786384"/>
          </a:xfrm>
          <a:prstGeom prst="rect">
            <a:avLst/>
          </a:prstGeom>
          <a:solidFill>
            <a:srgbClr val="E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51" name="Rounded Rectangle 200250"/>
          <p:cNvSpPr/>
          <p:nvPr/>
        </p:nvSpPr>
        <p:spPr>
          <a:xfrm>
            <a:off x="6236208" y="2120144"/>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9" name="icon-chart"/>
          <p:cNvGrpSpPr/>
          <p:nvPr/>
        </p:nvGrpSpPr>
        <p:grpSpPr>
          <a:xfrm>
            <a:off x="6332769" y="2216705"/>
            <a:ext cx="209215" cy="209215"/>
            <a:chOff x="0" y="0"/>
            <a:chExt cx="100" cy="100"/>
          </a:xfrm>
        </p:grpSpPr>
        <p:sp>
          <p:nvSpPr>
            <p:cNvPr id="20" name="g"/>
            <p:cNvSpPr/>
            <p:nvPr/>
          </p:nvSpPr>
          <p:spPr>
            <a:xfrm>
              <a:off x="0" y="0"/>
              <a:ext cx="100" cy="100"/>
            </a:xfrm>
            <a:custGeom>
              <a:avLst/>
              <a:gdLst/>
              <a:ahLst/>
              <a:cxnLst/>
              <a:rect l="0" t="0" r="100" b="100"/>
              <a:pathLst>
                <a:path w="100" h="100" fill="none">
                  <a:moveTo>
                    <a:pt x="24" y="22"/>
                  </a:moveTo>
                  <a:lnTo>
                    <a:pt x="24" y="80"/>
                  </a:lnTo>
                  <a:lnTo>
                    <a:pt x="82" y="80"/>
                  </a:lnTo>
                  <a:moveTo>
                    <a:pt x="34" y="58"/>
                  </a:moveTo>
                  <a:lnTo>
                    <a:pt x="34" y="80"/>
                  </a:lnTo>
                  <a:moveTo>
                    <a:pt x="50" y="44"/>
                  </a:moveTo>
                  <a:lnTo>
                    <a:pt x="50" y="80"/>
                  </a:lnTo>
                  <a:moveTo>
                    <a:pt x="66" y="32"/>
                  </a:moveTo>
                  <a:lnTo>
                    <a:pt x="66" y="80"/>
                  </a:lnTo>
                  <a:moveTo>
                    <a:pt x="30" y="58"/>
                  </a:moveTo>
                  <a:lnTo>
                    <a:pt x="38" y="58"/>
                  </a:lnTo>
                  <a:moveTo>
                    <a:pt x="46" y="44"/>
                  </a:moveTo>
                  <a:lnTo>
                    <a:pt x="54" y="44"/>
                  </a:lnTo>
                  <a:moveTo>
                    <a:pt x="62" y="32"/>
                  </a:moveTo>
                  <a:lnTo>
                    <a:pt x="70" y="32"/>
                  </a:lnTo>
                </a:path>
              </a:pathLst>
            </a:custGeom>
            <a:noFill/>
            <a:ln w="33020" cap="rnd">
              <a:solidFill>
                <a:srgbClr val="E8862B"/>
              </a:solidFill>
              <a:round/>
            </a:ln>
          </p:spPr>
          <p:txBody>
            <a:bodyPr/>
            <a:lstStyle/>
            <a:p>
              <a:endParaRPr/>
            </a:p>
          </p:txBody>
        </p:sp>
      </p:grpSp>
      <p:sp>
        <p:nvSpPr>
          <p:cNvPr id="200252" name="TextBox 200251"/>
          <p:cNvSpPr txBox="1"/>
          <p:nvPr/>
        </p:nvSpPr>
        <p:spPr>
          <a:xfrm>
            <a:off x="6748272" y="2120144"/>
            <a:ext cx="1810512" cy="153888"/>
          </a:xfrm>
          <a:prstGeom prst="rect">
            <a:avLst/>
          </a:prstGeom>
          <a:noFill/>
        </p:spPr>
        <p:txBody>
          <a:bodyPr wrap="square" lIns="0" tIns="0" rIns="0" bIns="0">
            <a:spAutoFit/>
          </a:bodyPr>
          <a:lstStyle/>
          <a:p>
            <a:pPr algn="l"/>
            <a:r>
              <a:rPr lang="en-US" sz="1000" b="1">
                <a:solidFill>
                  <a:srgbClr val="0A0A0A"/>
                </a:solidFill>
                <a:latin typeface="Aptos Display"/>
              </a:rPr>
              <a:t>Banking Solutions &amp; Architecture</a:t>
            </a:r>
          </a:p>
        </p:txBody>
      </p:sp>
      <p:sp>
        <p:nvSpPr>
          <p:cNvPr id="200253" name="TextBox 200252"/>
          <p:cNvSpPr txBox="1"/>
          <p:nvPr/>
        </p:nvSpPr>
        <p:spPr>
          <a:xfrm>
            <a:off x="6236208" y="2650496"/>
            <a:ext cx="2304288" cy="369332"/>
          </a:xfrm>
          <a:prstGeom prst="rect">
            <a:avLst/>
          </a:prstGeom>
          <a:noFill/>
        </p:spPr>
        <p:txBody>
          <a:bodyPr wrap="square" lIns="0" tIns="0" rIns="0" bIns="0">
            <a:spAutoFit/>
          </a:bodyPr>
          <a:lstStyle/>
          <a:p>
            <a:pPr algn="l"/>
            <a:r>
              <a:rPr lang="en-US" sz="800" b="0">
                <a:solidFill>
                  <a:srgbClr val="4A4A4A"/>
                </a:solidFill>
                <a:latin typeface="Aptos"/>
              </a:rPr>
              <a:t>API integration, payment orchestration and standards such as ISO 8583, ISO 20022 and escrow structures.</a:t>
            </a:r>
          </a:p>
        </p:txBody>
      </p:sp>
      <p:sp>
        <p:nvSpPr>
          <p:cNvPr id="200254" name="TextBox 200253"/>
          <p:cNvSpPr txBox="1"/>
          <p:nvPr/>
        </p:nvSpPr>
        <p:spPr>
          <a:xfrm>
            <a:off x="457200" y="3162560"/>
            <a:ext cx="5486400" cy="123111"/>
          </a:xfrm>
          <a:prstGeom prst="rect">
            <a:avLst/>
          </a:prstGeom>
          <a:noFill/>
        </p:spPr>
        <p:txBody>
          <a:bodyPr wrap="square" lIns="0" tIns="0" rIns="0" bIns="0">
            <a:spAutoFit/>
          </a:bodyPr>
          <a:lstStyle/>
          <a:p>
            <a:pPr algn="l"/>
            <a:r>
              <a:rPr lang="en-US" sz="800" b="1" spc="120">
                <a:solidFill>
                  <a:srgbClr val="F57C1F"/>
                </a:solidFill>
                <a:latin typeface="Aptos"/>
              </a:rPr>
              <a:t>WHAT YOU GAIN</a:t>
            </a:r>
          </a:p>
        </p:txBody>
      </p:sp>
      <p:sp>
        <p:nvSpPr>
          <p:cNvPr id="200255" name="Rounded Rectangle 200254"/>
          <p:cNvSpPr/>
          <p:nvPr/>
        </p:nvSpPr>
        <p:spPr>
          <a:xfrm>
            <a:off x="457200" y="3382016"/>
            <a:ext cx="2633472" cy="621792"/>
          </a:xfrm>
          <a:prstGeom prst="roundRect">
            <a:avLst>
              <a:gd name="adj" fmla="val 10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56" name="Rounded Rectangle 200255"/>
          <p:cNvSpPr/>
          <p:nvPr/>
        </p:nvSpPr>
        <p:spPr>
          <a:xfrm>
            <a:off x="603504" y="3528320"/>
            <a:ext cx="329184" cy="329184"/>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1" name="icon-bolt"/>
          <p:cNvGrpSpPr/>
          <p:nvPr/>
        </p:nvGrpSpPr>
        <p:grpSpPr>
          <a:xfrm>
            <a:off x="682508" y="3607324"/>
            <a:ext cx="171176" cy="171176"/>
            <a:chOff x="0" y="0"/>
            <a:chExt cx="100" cy="100"/>
          </a:xfrm>
        </p:grpSpPr>
        <p:sp>
          <p:nvSpPr>
            <p:cNvPr id="22" name="g"/>
            <p:cNvSpPr/>
            <p:nvPr/>
          </p:nvSpPr>
          <p:spPr>
            <a:xfrm>
              <a:off x="0" y="0"/>
              <a:ext cx="100" cy="100"/>
            </a:xfrm>
            <a:custGeom>
              <a:avLst/>
              <a:gdLst/>
              <a:ahLst/>
              <a:cxnLst/>
              <a:rect l="0" t="0" r="100" b="100"/>
              <a:pathLst>
                <a:path w="100" h="100" fill="none">
                  <a:moveTo>
                    <a:pt x="54" y="16"/>
                  </a:moveTo>
                  <a:lnTo>
                    <a:pt x="30" y="56"/>
                  </a:lnTo>
                  <a:lnTo>
                    <a:pt x="47" y="56"/>
                  </a:lnTo>
                  <a:lnTo>
                    <a:pt x="43" y="84"/>
                  </a:lnTo>
                  <a:lnTo>
                    <a:pt x="72" y="42"/>
                  </a:lnTo>
                  <a:lnTo>
                    <a:pt x="53" y="42"/>
                  </a:lnTo>
                  <a:close/>
                </a:path>
              </a:pathLst>
            </a:custGeom>
            <a:noFill/>
            <a:ln w="33020" cap="rnd">
              <a:solidFill>
                <a:srgbClr val="F57C1F"/>
              </a:solidFill>
              <a:round/>
            </a:ln>
          </p:spPr>
          <p:txBody>
            <a:bodyPr/>
            <a:lstStyle/>
            <a:p>
              <a:endParaRPr/>
            </a:p>
          </p:txBody>
        </p:sp>
      </p:grpSp>
      <p:sp>
        <p:nvSpPr>
          <p:cNvPr id="200257" name="TextBox 200256"/>
          <p:cNvSpPr txBox="1"/>
          <p:nvPr/>
        </p:nvSpPr>
        <p:spPr>
          <a:xfrm>
            <a:off x="1060704" y="3400304"/>
            <a:ext cx="1901952" cy="161583"/>
          </a:xfrm>
          <a:prstGeom prst="rect">
            <a:avLst/>
          </a:prstGeom>
          <a:noFill/>
        </p:spPr>
        <p:txBody>
          <a:bodyPr wrap="square" lIns="0" tIns="0" rIns="0" bIns="0">
            <a:spAutoFit/>
          </a:bodyPr>
          <a:lstStyle/>
          <a:p>
            <a:pPr algn="l"/>
            <a:r>
              <a:rPr lang="en-US" sz="1050" b="1">
                <a:solidFill>
                  <a:srgbClr val="0A0A0A"/>
                </a:solidFill>
                <a:latin typeface="Aptos Display"/>
              </a:rPr>
              <a:t>Weeks, Not Quarters</a:t>
            </a:r>
          </a:p>
        </p:txBody>
      </p:sp>
      <p:sp>
        <p:nvSpPr>
          <p:cNvPr id="200258" name="TextBox 200257"/>
          <p:cNvSpPr txBox="1"/>
          <p:nvPr/>
        </p:nvSpPr>
        <p:spPr>
          <a:xfrm>
            <a:off x="1060704" y="3692912"/>
            <a:ext cx="1901952" cy="123111"/>
          </a:xfrm>
          <a:prstGeom prst="rect">
            <a:avLst/>
          </a:prstGeom>
          <a:noFill/>
        </p:spPr>
        <p:txBody>
          <a:bodyPr wrap="square" lIns="0" tIns="0" rIns="0" bIns="0">
            <a:spAutoFit/>
          </a:bodyPr>
          <a:lstStyle/>
          <a:p>
            <a:pPr algn="l"/>
            <a:r>
              <a:rPr lang="en-US" sz="800" b="0">
                <a:solidFill>
                  <a:srgbClr val="4A4A4A"/>
                </a:solidFill>
                <a:latin typeface="Aptos"/>
              </a:rPr>
              <a:t>Launch instead of building for 6–12 months</a:t>
            </a:r>
          </a:p>
        </p:txBody>
      </p:sp>
      <p:sp>
        <p:nvSpPr>
          <p:cNvPr id="200259" name="Rounded Rectangle 200258"/>
          <p:cNvSpPr/>
          <p:nvPr/>
        </p:nvSpPr>
        <p:spPr>
          <a:xfrm>
            <a:off x="3255264" y="3382016"/>
            <a:ext cx="2633472" cy="621792"/>
          </a:xfrm>
          <a:prstGeom prst="roundRect">
            <a:avLst>
              <a:gd name="adj" fmla="val 10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60" name="Rounded Rectangle 200259"/>
          <p:cNvSpPr/>
          <p:nvPr/>
        </p:nvSpPr>
        <p:spPr>
          <a:xfrm>
            <a:off x="3401568" y="3528320"/>
            <a:ext cx="329184" cy="329184"/>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3" name="icon-target"/>
          <p:cNvGrpSpPr/>
          <p:nvPr/>
        </p:nvGrpSpPr>
        <p:grpSpPr>
          <a:xfrm>
            <a:off x="3497690" y="3624442"/>
            <a:ext cx="136941" cy="136941"/>
            <a:chOff x="10" y="10"/>
            <a:chExt cx="80" cy="80"/>
          </a:xfrm>
        </p:grpSpPr>
        <p:sp>
          <p:nvSpPr>
            <p:cNvPr id="24" name="e"/>
            <p:cNvSpPr/>
            <p:nvPr/>
          </p:nvSpPr>
          <p:spPr>
            <a:xfrm>
              <a:off x="10" y="10"/>
              <a:ext cx="80" cy="80"/>
            </a:xfrm>
            <a:prstGeom prst="ellipse">
              <a:avLst/>
            </a:prstGeom>
            <a:noFill/>
            <a:ln w="33020">
              <a:solidFill>
                <a:srgbClr val="FF7A00"/>
              </a:solidFill>
            </a:ln>
          </p:spPr>
          <p:txBody>
            <a:bodyPr/>
            <a:lstStyle/>
            <a:p>
              <a:endParaRPr/>
            </a:p>
          </p:txBody>
        </p:sp>
        <p:sp>
          <p:nvSpPr>
            <p:cNvPr id="25" name="e"/>
            <p:cNvSpPr/>
            <p:nvPr/>
          </p:nvSpPr>
          <p:spPr>
            <a:xfrm>
              <a:off x="28" y="28"/>
              <a:ext cx="44" cy="44"/>
            </a:xfrm>
            <a:prstGeom prst="ellipse">
              <a:avLst/>
            </a:prstGeom>
            <a:noFill/>
            <a:ln w="33020">
              <a:solidFill>
                <a:srgbClr val="FF7A00"/>
              </a:solidFill>
            </a:ln>
          </p:spPr>
          <p:txBody>
            <a:bodyPr/>
            <a:lstStyle/>
            <a:p>
              <a:endParaRPr/>
            </a:p>
          </p:txBody>
        </p:sp>
        <p:sp>
          <p:nvSpPr>
            <p:cNvPr id="26" name="e"/>
            <p:cNvSpPr/>
            <p:nvPr/>
          </p:nvSpPr>
          <p:spPr>
            <a:xfrm>
              <a:off x="44" y="44"/>
              <a:ext cx="12" cy="12"/>
            </a:xfrm>
            <a:prstGeom prst="ellipse">
              <a:avLst/>
            </a:prstGeom>
            <a:solidFill>
              <a:srgbClr val="FF7A00"/>
            </a:solidFill>
            <a:ln>
              <a:noFill/>
            </a:ln>
          </p:spPr>
          <p:txBody>
            <a:bodyPr/>
            <a:lstStyle/>
            <a:p>
              <a:endParaRPr/>
            </a:p>
          </p:txBody>
        </p:sp>
      </p:grpSp>
      <p:sp>
        <p:nvSpPr>
          <p:cNvPr id="200261" name="TextBox 200260"/>
          <p:cNvSpPr txBox="1"/>
          <p:nvPr/>
        </p:nvSpPr>
        <p:spPr>
          <a:xfrm>
            <a:off x="3858768" y="3400304"/>
            <a:ext cx="1901952" cy="161583"/>
          </a:xfrm>
          <a:prstGeom prst="rect">
            <a:avLst/>
          </a:prstGeom>
          <a:noFill/>
        </p:spPr>
        <p:txBody>
          <a:bodyPr wrap="square" lIns="0" tIns="0" rIns="0" bIns="0">
            <a:spAutoFit/>
          </a:bodyPr>
          <a:lstStyle/>
          <a:p>
            <a:pPr algn="l"/>
            <a:r>
              <a:rPr lang="en-US" sz="1050" b="1">
                <a:solidFill>
                  <a:srgbClr val="0A0A0A"/>
                </a:solidFill>
                <a:latin typeface="Aptos Display"/>
              </a:rPr>
              <a:t>Predictable Cost</a:t>
            </a:r>
          </a:p>
        </p:txBody>
      </p:sp>
      <p:sp>
        <p:nvSpPr>
          <p:cNvPr id="200262" name="TextBox 200261"/>
          <p:cNvSpPr txBox="1"/>
          <p:nvPr/>
        </p:nvSpPr>
        <p:spPr>
          <a:xfrm>
            <a:off x="3858768" y="3692912"/>
            <a:ext cx="1901952" cy="123111"/>
          </a:xfrm>
          <a:prstGeom prst="rect">
            <a:avLst/>
          </a:prstGeom>
          <a:noFill/>
        </p:spPr>
        <p:txBody>
          <a:bodyPr wrap="square" lIns="0" tIns="0" rIns="0" bIns="0">
            <a:spAutoFit/>
          </a:bodyPr>
          <a:lstStyle/>
          <a:p>
            <a:pPr algn="l"/>
            <a:r>
              <a:rPr lang="en-US" sz="800" b="0">
                <a:solidFill>
                  <a:srgbClr val="4A4A4A"/>
                </a:solidFill>
                <a:latin typeface="Aptos"/>
              </a:rPr>
              <a:t>Service fees in place of a hired build team</a:t>
            </a:r>
          </a:p>
        </p:txBody>
      </p:sp>
      <p:sp>
        <p:nvSpPr>
          <p:cNvPr id="200263" name="Rounded Rectangle 200262"/>
          <p:cNvSpPr/>
          <p:nvPr/>
        </p:nvSpPr>
        <p:spPr>
          <a:xfrm>
            <a:off x="6053328" y="3382016"/>
            <a:ext cx="2633472" cy="621792"/>
          </a:xfrm>
          <a:prstGeom prst="roundRect">
            <a:avLst>
              <a:gd name="adj" fmla="val 10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64" name="Rounded Rectangle 200263"/>
          <p:cNvSpPr/>
          <p:nvPr/>
        </p:nvSpPr>
        <p:spPr>
          <a:xfrm>
            <a:off x="6199632" y="3528320"/>
            <a:ext cx="329184" cy="329184"/>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66" name="TextBox 200265"/>
          <p:cNvSpPr txBox="1"/>
          <p:nvPr/>
        </p:nvSpPr>
        <p:spPr>
          <a:xfrm>
            <a:off x="6656832" y="3692912"/>
            <a:ext cx="1901952" cy="123111"/>
          </a:xfrm>
          <a:prstGeom prst="rect">
            <a:avLst/>
          </a:prstGeom>
          <a:noFill/>
        </p:spPr>
        <p:txBody>
          <a:bodyPr wrap="square" lIns="0" tIns="0" rIns="0" bIns="0">
            <a:spAutoFit/>
          </a:bodyPr>
          <a:lstStyle/>
          <a:p>
            <a:pPr algn="l"/>
            <a:r>
              <a:rPr lang="en-US" sz="800" b="0">
                <a:solidFill>
                  <a:srgbClr val="4A4A4A"/>
                </a:solidFill>
                <a:latin typeface="Aptos"/>
              </a:rPr>
              <a:t>Bank and regulator audits built in</a:t>
            </a:r>
          </a:p>
        </p:txBody>
      </p:sp>
      <p:sp>
        <p:nvSpPr>
          <p:cNvPr id="200267" name="Rounded Rectangle 200266"/>
          <p:cNvSpPr/>
          <p:nvPr/>
        </p:nvSpPr>
        <p:spPr>
          <a:xfrm>
            <a:off x="457200" y="4150112"/>
            <a:ext cx="8229600" cy="512064"/>
          </a:xfrm>
          <a:prstGeom prst="roundRect">
            <a:avLst>
              <a:gd name="adj" fmla="val 14000"/>
            </a:avLst>
          </a:prstGeom>
          <a:solidFill>
            <a:srgbClr val="FAFAFA"/>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68" name="Rectangle 200267"/>
          <p:cNvSpPr/>
          <p:nvPr/>
        </p:nvSpPr>
        <p:spPr>
          <a:xfrm>
            <a:off x="457200" y="4241552"/>
            <a:ext cx="41148" cy="329184"/>
          </a:xfrm>
          <a:prstGeom prst="rect">
            <a:avLst/>
          </a:prstGeom>
          <a:solidFill>
            <a:srgbClr val="F57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69" name="TextBox 200268"/>
          <p:cNvSpPr txBox="1"/>
          <p:nvPr/>
        </p:nvSpPr>
        <p:spPr>
          <a:xfrm>
            <a:off x="658368" y="4223264"/>
            <a:ext cx="7863840" cy="115416"/>
          </a:xfrm>
          <a:prstGeom prst="rect">
            <a:avLst/>
          </a:prstGeom>
          <a:noFill/>
        </p:spPr>
        <p:txBody>
          <a:bodyPr wrap="square" lIns="0" tIns="0" rIns="0" bIns="0">
            <a:spAutoFit/>
          </a:bodyPr>
          <a:lstStyle/>
          <a:p>
            <a:pPr algn="l"/>
            <a:r>
              <a:rPr lang="en-US" sz="750" b="1" spc="120">
                <a:solidFill>
                  <a:srgbClr val="F57C1F"/>
                </a:solidFill>
                <a:latin typeface="Aptos"/>
              </a:rPr>
              <a:t>WHY IT MATTERS</a:t>
            </a:r>
          </a:p>
        </p:txBody>
      </p:sp>
      <p:sp>
        <p:nvSpPr>
          <p:cNvPr id="200270" name="TextBox 200269"/>
          <p:cNvSpPr txBox="1"/>
          <p:nvPr/>
        </p:nvSpPr>
        <p:spPr>
          <a:xfrm>
            <a:off x="658368" y="4397000"/>
            <a:ext cx="7863840" cy="148887"/>
          </a:xfrm>
          <a:prstGeom prst="rect">
            <a:avLst/>
          </a:prstGeom>
          <a:noFill/>
        </p:spPr>
        <p:txBody>
          <a:bodyPr wrap="square" lIns="0" tIns="0" rIns="0" bIns="0" anchor="t">
            <a:spAutoFit/>
          </a:bodyPr>
          <a:lstStyle/>
          <a:p>
            <a:pPr>
              <a:lnSpc>
                <a:spcPct val="105000"/>
              </a:lnSpc>
            </a:pPr>
            <a:r>
              <a:rPr lang="en-US" sz="950" b="0">
                <a:solidFill>
                  <a:srgbClr val="0A0A0A"/>
                </a:solidFill>
                <a:latin typeface="Aptos"/>
              </a:rPr>
              <a:t>ZentiqOne takes the heavy backend engineering off your roadmap, so your team can focus on product, distribution and growth.</a:t>
            </a:r>
            <a:endParaRPr lang="en-US" sz="950" b="0">
              <a:solidFill>
                <a:srgbClr val="121212"/>
              </a:solidFill>
              <a:highlight>
                <a:srgbClr val="FFFFFF"/>
              </a:highlight>
              <a:ea typeface="+mn-lt"/>
              <a:cs typeface="+mn-lt"/>
            </a:endParaRPr>
          </a:p>
        </p:txBody>
      </p:sp>
      <p:sp>
        <p:nvSpPr>
          <p:cNvPr id="28" name="TextBox 27">
            <a:extLst>
              <a:ext uri="{FF2B5EF4-FFF2-40B4-BE49-F238E27FC236}">
                <a16:creationId xmlns:a16="http://schemas.microsoft.com/office/drawing/2014/main" id="{18CBE4A6-EF7E-4794-AA69-42E1AE649533}"/>
              </a:ext>
            </a:extLst>
          </p:cNvPr>
          <p:cNvSpPr txBox="1"/>
          <p:nvPr/>
        </p:nvSpPr>
        <p:spPr>
          <a:xfrm>
            <a:off x="457200" y="4864608"/>
            <a:ext cx="4572000" cy="123111"/>
          </a:xfrm>
          <a:prstGeom prst="rect">
            <a:avLst/>
          </a:prstGeom>
          <a:noFill/>
        </p:spPr>
        <p:txBody>
          <a:bodyPr wrap="square" lIns="0" tIns="0" rIns="0" bIns="0" anchor="t">
            <a:spAutoFit/>
          </a:bodyPr>
          <a:lstStyle/>
          <a:p>
            <a:r>
              <a:rPr lang="en-US" sz="800" err="1">
                <a:solidFill>
                  <a:srgbClr val="4A4A4A"/>
                </a:solidFill>
                <a:latin typeface="Aptos"/>
              </a:rPr>
              <a:t>RazorSharpFocus</a:t>
            </a:r>
            <a:r>
              <a:rPr lang="en-US" sz="800">
                <a:solidFill>
                  <a:srgbClr val="4A4A4A"/>
                </a:solidFill>
                <a:latin typeface="Aptos"/>
              </a:rPr>
              <a:t> Intelligence </a:t>
            </a:r>
            <a:r>
              <a:rPr lang="en-US" sz="800" b="0">
                <a:solidFill>
                  <a:srgbClr val="4A4A4A"/>
                </a:solidFill>
                <a:latin typeface="Aptos"/>
              </a:rPr>
              <a:t> Private Limited</a:t>
            </a:r>
          </a:p>
        </p:txBody>
      </p:sp>
      <p:sp>
        <p:nvSpPr>
          <p:cNvPr id="30" name="TextBox 29">
            <a:extLst>
              <a:ext uri="{FF2B5EF4-FFF2-40B4-BE49-F238E27FC236}">
                <a16:creationId xmlns:a16="http://schemas.microsoft.com/office/drawing/2014/main" id="{03C9B60B-5985-3B30-3E7B-EB96C79FF560}"/>
              </a:ext>
            </a:extLst>
          </p:cNvPr>
          <p:cNvSpPr txBox="1"/>
          <p:nvPr/>
        </p:nvSpPr>
        <p:spPr>
          <a:xfrm>
            <a:off x="2743200" y="4864608"/>
            <a:ext cx="3657600" cy="123111"/>
          </a:xfrm>
          <a:prstGeom prst="rect">
            <a:avLst/>
          </a:prstGeom>
          <a:noFill/>
        </p:spPr>
        <p:txBody>
          <a:bodyPr wrap="square" lIns="0" tIns="0" rIns="0" bIns="0" anchor="t">
            <a:spAutoFit/>
          </a:bodyPr>
          <a:lstStyle/>
          <a:p>
            <a:pPr algn="ctr"/>
            <a:r>
              <a:rPr lang="en-US" sz="800">
                <a:solidFill>
                  <a:schemeClr val="bg1">
                    <a:lumMod val="49000"/>
                  </a:schemeClr>
                </a:solidFill>
                <a:latin typeface="Calibri"/>
                <a:ea typeface="Calibri"/>
                <a:cs typeface="Calibri"/>
              </a:rPr>
              <a:t>Engineering Intelligent Business Execution</a:t>
            </a:r>
            <a:endParaRPr lang="en-US">
              <a:solidFill>
                <a:schemeClr val="bg1">
                  <a:lumMod val="49000"/>
                </a:schemeClr>
              </a:solidFill>
              <a:ea typeface="Calibri"/>
              <a:cs typeface="Calibri"/>
            </a:endParaRPr>
          </a:p>
        </p:txBody>
      </p:sp>
      <p:sp>
        <p:nvSpPr>
          <p:cNvPr id="200993" name="TextBox 200992"/>
          <p:cNvSpPr txBox="1"/>
          <p:nvPr/>
        </p:nvSpPr>
        <p:spPr>
          <a:xfrm>
            <a:off x="6656832" y="3400304"/>
            <a:ext cx="1901952" cy="161583"/>
          </a:xfrm>
          <a:prstGeom prst="rect">
            <a:avLst/>
          </a:prstGeom>
          <a:noFill/>
        </p:spPr>
        <p:txBody>
          <a:bodyPr wrap="square" lIns="0" tIns="0" rIns="0" bIns="0">
            <a:spAutoFit/>
          </a:bodyPr>
          <a:lstStyle/>
          <a:p>
            <a:pPr algn="l"/>
            <a:r>
              <a:rPr lang="en-US" sz="1050" b="1">
                <a:solidFill>
                  <a:srgbClr val="0A0A0A"/>
                </a:solidFill>
                <a:latin typeface="Aptos Display"/>
              </a:rPr>
              <a:t>Compliance Ready</a:t>
            </a:r>
          </a:p>
        </p:txBody>
      </p:sp>
      <p:grpSp>
        <p:nvGrpSpPr>
          <p:cNvPr id="201105" name="icon-chart"/>
          <p:cNvGrpSpPr/>
          <p:nvPr/>
        </p:nvGrpSpPr>
        <p:grpSpPr>
          <a:xfrm>
            <a:off x="6259616" y="3588304"/>
            <a:ext cx="209215" cy="209215"/>
            <a:chOff x="0" y="0"/>
            <a:chExt cx="100" cy="100"/>
          </a:xfrm>
        </p:grpSpPr>
        <p:sp>
          <p:nvSpPr>
            <p:cNvPr id="201106" name="g"/>
            <p:cNvSpPr/>
            <p:nvPr/>
          </p:nvSpPr>
          <p:spPr>
            <a:xfrm>
              <a:off x="0" y="0"/>
              <a:ext cx="100" cy="100"/>
            </a:xfrm>
            <a:custGeom>
              <a:avLst/>
              <a:gdLst/>
              <a:ahLst/>
              <a:cxnLst/>
              <a:rect l="0" t="0" r="100" b="100"/>
              <a:pathLst>
                <a:path w="100" h="100" fill="none">
                  <a:moveTo>
                    <a:pt x="24" y="22"/>
                  </a:moveTo>
                  <a:lnTo>
                    <a:pt x="24" y="80"/>
                  </a:lnTo>
                  <a:lnTo>
                    <a:pt x="82" y="80"/>
                  </a:lnTo>
                  <a:moveTo>
                    <a:pt x="34" y="58"/>
                  </a:moveTo>
                  <a:lnTo>
                    <a:pt x="34" y="80"/>
                  </a:lnTo>
                  <a:moveTo>
                    <a:pt x="50" y="44"/>
                  </a:moveTo>
                  <a:lnTo>
                    <a:pt x="50" y="80"/>
                  </a:lnTo>
                  <a:moveTo>
                    <a:pt x="66" y="32"/>
                  </a:moveTo>
                  <a:lnTo>
                    <a:pt x="66" y="80"/>
                  </a:lnTo>
                  <a:moveTo>
                    <a:pt x="30" y="58"/>
                  </a:moveTo>
                  <a:lnTo>
                    <a:pt x="38" y="58"/>
                  </a:lnTo>
                  <a:moveTo>
                    <a:pt x="46" y="44"/>
                  </a:moveTo>
                  <a:lnTo>
                    <a:pt x="54" y="44"/>
                  </a:lnTo>
                  <a:moveTo>
                    <a:pt x="62" y="32"/>
                  </a:moveTo>
                  <a:lnTo>
                    <a:pt x="70" y="32"/>
                  </a:lnTo>
                </a:path>
              </a:pathLst>
            </a:custGeom>
            <a:noFill/>
            <a:ln w="33020" cap="rnd">
              <a:solidFill>
                <a:srgbClr val="E8862B"/>
              </a:solidFill>
              <a:round/>
            </a:ln>
          </p:spPr>
          <p:txBody>
            <a:bodyPr/>
            <a:lstStyle/>
            <a:p>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0292"/>
          </a:xfrm>
          <a:prstGeom prst="rect">
            <a:avLst/>
          </a:prstGeom>
          <a:gradFill>
            <a:gsLst>
              <a:gs pos="0">
                <a:srgbClr val="F57C1F"/>
              </a:gs>
              <a:gs pos="100000">
                <a:srgbClr val="FF7A00"/>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283464"/>
            <a:ext cx="146304" cy="146304"/>
          </a:xfrm>
          <a:prstGeom prst="roundRect">
            <a:avLst>
              <a:gd name="adj" fmla="val 30000"/>
            </a:avLst>
          </a:prstGeom>
          <a:gradFill>
            <a:gsLst>
              <a:gs pos="0">
                <a:srgbClr val="F57C1F"/>
              </a:gs>
              <a:gs pos="100000">
                <a:srgbClr val="FF7A00"/>
              </a:gs>
            </a:gsLst>
            <a:lin ang="27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94944" y="274320"/>
            <a:ext cx="6949440" cy="153888"/>
          </a:xfrm>
          <a:prstGeom prst="rect">
            <a:avLst/>
          </a:prstGeom>
          <a:noFill/>
        </p:spPr>
        <p:txBody>
          <a:bodyPr wrap="square" lIns="0" tIns="0" rIns="0" bIns="0">
            <a:spAutoFit/>
          </a:bodyPr>
          <a:lstStyle/>
          <a:p>
            <a:pPr algn="l"/>
            <a:r>
              <a:rPr lang="en-US" sz="1000" b="1" spc="180">
                <a:solidFill>
                  <a:srgbClr val="F57C1F"/>
                </a:solidFill>
                <a:latin typeface="Aptos"/>
              </a:rPr>
              <a:t>ZENTIQONE · CORE ENGINEERING</a:t>
            </a:r>
            <a:endParaRPr sz="1000" b="1" spc="180">
              <a:solidFill>
                <a:srgbClr val="F57C1F"/>
              </a:solidFill>
              <a:latin typeface="Aptos"/>
            </a:endParaRPr>
          </a:p>
        </p:txBody>
      </p:sp>
      <p:sp>
        <p:nvSpPr>
          <p:cNvPr id="6" name="TextBox 5"/>
          <p:cNvSpPr txBox="1"/>
          <p:nvPr/>
        </p:nvSpPr>
        <p:spPr>
          <a:xfrm>
            <a:off x="457200" y="529863"/>
            <a:ext cx="8229600" cy="677108"/>
          </a:xfrm>
          <a:prstGeom prst="rect">
            <a:avLst/>
          </a:prstGeom>
          <a:noFill/>
        </p:spPr>
        <p:txBody>
          <a:bodyPr wrap="square" lIns="0" tIns="0" rIns="0" bIns="0" anchor="b">
            <a:spAutoFit/>
          </a:bodyPr>
          <a:lstStyle/>
          <a:p>
            <a:r>
              <a:rPr lang="en-US" sz="2200" b="1">
                <a:latin typeface="Aptos Display"/>
              </a:rPr>
              <a:t>Engineering the Rails That Move Money</a:t>
            </a:r>
            <a:endParaRPr lang="en-US" sz="2200" b="1">
              <a:highlight>
                <a:srgbClr val="FFFFFF"/>
              </a:highlight>
              <a:latin typeface="Aptos Display"/>
              <a:ea typeface="Calibri"/>
              <a:cs typeface="Calibri"/>
            </a:endParaRPr>
          </a:p>
        </p:txBody>
      </p:sp>
      <p:sp>
        <p:nvSpPr>
          <p:cNvPr id="7" name="TextBox 6"/>
          <p:cNvSpPr txBox="1"/>
          <p:nvPr/>
        </p:nvSpPr>
        <p:spPr>
          <a:xfrm>
            <a:off x="457200" y="1286256"/>
            <a:ext cx="8229600" cy="176972"/>
          </a:xfrm>
          <a:prstGeom prst="rect">
            <a:avLst/>
          </a:prstGeom>
          <a:noFill/>
        </p:spPr>
        <p:txBody>
          <a:bodyPr wrap="square" lIns="0" tIns="0" rIns="0" bIns="0" anchor="t">
            <a:spAutoFit/>
          </a:bodyPr>
          <a:lstStyle/>
          <a:p>
            <a:r>
              <a:rPr lang="en-US" sz="1150">
                <a:solidFill>
                  <a:srgbClr val="121212"/>
                </a:solidFill>
                <a:highlight>
                  <a:srgbClr val="FFFFFF"/>
                </a:highlight>
                <a:ea typeface="+mn-lt"/>
                <a:cs typeface="+mn-lt"/>
              </a:rPr>
              <a:t>The regulated infrastructure beneath every transaction — designed, built and certified by ZentiqOne.</a:t>
            </a:r>
            <a:endParaRPr lang="en-US">
              <a:solidFill>
                <a:srgbClr val="121212"/>
              </a:solidFill>
              <a:highlight>
                <a:srgbClr val="FFFFFF"/>
              </a:highlight>
              <a:ea typeface="+mn-lt"/>
              <a:cs typeface="+mn-lt"/>
            </a:endParaRPr>
          </a:p>
        </p:txBody>
      </p:sp>
      <p:cxnSp>
        <p:nvCxnSpPr>
          <p:cNvPr id="8" name="Connector 7"/>
          <p:cNvCxnSpPr/>
          <p:nvPr/>
        </p:nvCxnSpPr>
        <p:spPr>
          <a:xfrm>
            <a:off x="457200" y="4828032"/>
            <a:ext cx="8229600" cy="0"/>
          </a:xfrm>
          <a:prstGeom prst="line">
            <a:avLst/>
          </a:prstGeom>
          <a:ln w="9525">
            <a:solidFill>
              <a:srgbClr val="E6E6E6"/>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589520" y="4864608"/>
            <a:ext cx="1097280" cy="123111"/>
          </a:xfrm>
          <a:prstGeom prst="rect">
            <a:avLst/>
          </a:prstGeom>
          <a:noFill/>
        </p:spPr>
        <p:txBody>
          <a:bodyPr wrap="square" lIns="0" tIns="0" rIns="0" bIns="0">
            <a:spAutoFit/>
          </a:bodyPr>
          <a:lstStyle/>
          <a:p>
            <a:pPr algn="r"/>
            <a:r>
              <a:rPr lang="en-US" sz="800" b="0">
                <a:solidFill>
                  <a:srgbClr val="4A4A4A"/>
                </a:solidFill>
                <a:latin typeface="Aptos"/>
              </a:rPr>
              <a:t>06 / 11</a:t>
            </a:r>
            <a:endParaRPr sz="800" b="0">
              <a:solidFill>
                <a:srgbClr val="4A4A4A"/>
              </a:solidFill>
              <a:latin typeface="Aptos"/>
            </a:endParaRPr>
          </a:p>
        </p:txBody>
      </p:sp>
      <p:sp>
        <p:nvSpPr>
          <p:cNvPr id="12" name="TextBox 11"/>
          <p:cNvSpPr txBox="1"/>
          <p:nvPr/>
        </p:nvSpPr>
        <p:spPr>
          <a:xfrm>
            <a:off x="457200" y="1772672"/>
            <a:ext cx="5486400" cy="123111"/>
          </a:xfrm>
          <a:prstGeom prst="rect">
            <a:avLst/>
          </a:prstGeom>
          <a:noFill/>
        </p:spPr>
        <p:txBody>
          <a:bodyPr wrap="square" lIns="0" tIns="0" rIns="0" bIns="0">
            <a:spAutoFit/>
          </a:bodyPr>
          <a:lstStyle/>
          <a:p>
            <a:pPr algn="l"/>
            <a:r>
              <a:rPr lang="en-US" sz="800" b="1" spc="120">
                <a:solidFill>
                  <a:srgbClr val="F57C1F"/>
                </a:solidFill>
                <a:latin typeface="Aptos"/>
              </a:rPr>
              <a:t>CORE ENGINEERING &amp; ARCHITECTURE</a:t>
            </a:r>
            <a:endParaRPr sz="800" b="1" spc="120">
              <a:solidFill>
                <a:srgbClr val="F57C1F"/>
              </a:solidFill>
              <a:latin typeface="Aptos"/>
            </a:endParaRPr>
          </a:p>
        </p:txBody>
      </p:sp>
      <p:sp>
        <p:nvSpPr>
          <p:cNvPr id="13" name="Rounded Rectangle 12"/>
          <p:cNvSpPr/>
          <p:nvPr/>
        </p:nvSpPr>
        <p:spPr>
          <a:xfrm>
            <a:off x="457200" y="1992128"/>
            <a:ext cx="2633472" cy="1042416"/>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2120144"/>
            <a:ext cx="50292" cy="786384"/>
          </a:xfrm>
          <a:prstGeom prst="rect">
            <a:avLst/>
          </a:prstGeom>
          <a:solidFill>
            <a:srgbClr val="F57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40080" y="2120144"/>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00240" name="icon-check"/>
          <p:cNvGrpSpPr/>
          <p:nvPr/>
        </p:nvGrpSpPr>
        <p:grpSpPr>
          <a:xfrm>
            <a:off x="736641" y="2216705"/>
            <a:ext cx="209215" cy="209215"/>
            <a:chOff x="0" y="0"/>
            <a:chExt cx="100" cy="100"/>
          </a:xfrm>
        </p:grpSpPr>
        <p:sp>
          <p:nvSpPr>
            <p:cNvPr id="200241" name="g"/>
            <p:cNvSpPr/>
            <p:nvPr/>
          </p:nvSpPr>
          <p:spPr>
            <a:xfrm>
              <a:off x="0" y="0"/>
              <a:ext cx="100" cy="100"/>
            </a:xfrm>
            <a:custGeom>
              <a:avLst/>
              <a:gdLst/>
              <a:ahLst/>
              <a:cxnLst/>
              <a:rect l="0" t="0" r="100" b="100"/>
              <a:pathLst>
                <a:path w="100" h="100" fill="none">
                  <a:moveTo>
                    <a:pt x="26" y="52"/>
                  </a:moveTo>
                  <a:lnTo>
                    <a:pt x="43" y="70"/>
                  </a:lnTo>
                  <a:lnTo>
                    <a:pt x="76" y="32"/>
                  </a:lnTo>
                </a:path>
              </a:pathLst>
            </a:custGeom>
            <a:noFill/>
            <a:ln w="33020" cap="rnd">
              <a:solidFill>
                <a:srgbClr val="F57C1F"/>
              </a:solidFill>
              <a:round/>
            </a:ln>
          </p:spPr>
          <p:txBody>
            <a:bodyPr/>
            <a:lstStyle/>
            <a:p>
              <a:endParaRPr/>
            </a:p>
          </p:txBody>
        </p:sp>
      </p:grpSp>
      <p:sp>
        <p:nvSpPr>
          <p:cNvPr id="200242" name="TextBox 200241"/>
          <p:cNvSpPr txBox="1"/>
          <p:nvPr/>
        </p:nvSpPr>
        <p:spPr>
          <a:xfrm>
            <a:off x="1152144" y="2120144"/>
            <a:ext cx="1810512" cy="153888"/>
          </a:xfrm>
          <a:prstGeom prst="rect">
            <a:avLst/>
          </a:prstGeom>
          <a:noFill/>
        </p:spPr>
        <p:txBody>
          <a:bodyPr wrap="square" lIns="0" tIns="0" rIns="0" bIns="0">
            <a:spAutoFit/>
          </a:bodyPr>
          <a:lstStyle/>
          <a:p>
            <a:pPr algn="l"/>
            <a:r>
              <a:rPr lang="en-US" sz="1000" b="1">
                <a:solidFill>
                  <a:srgbClr val="0A0A0A"/>
                </a:solidFill>
                <a:latin typeface="Aptos Display"/>
              </a:rPr>
              <a:t>Payment Gateways</a:t>
            </a:r>
            <a:endParaRPr sz="1000" b="1">
              <a:solidFill>
                <a:srgbClr val="0A0A0A"/>
              </a:solidFill>
              <a:latin typeface="Aptos Display"/>
            </a:endParaRPr>
          </a:p>
        </p:txBody>
      </p:sp>
      <p:sp>
        <p:nvSpPr>
          <p:cNvPr id="200243" name="TextBox 200242"/>
          <p:cNvSpPr txBox="1"/>
          <p:nvPr/>
        </p:nvSpPr>
        <p:spPr>
          <a:xfrm>
            <a:off x="640080" y="2650496"/>
            <a:ext cx="2304288" cy="246221"/>
          </a:xfrm>
          <a:prstGeom prst="rect">
            <a:avLst/>
          </a:prstGeom>
          <a:noFill/>
        </p:spPr>
        <p:txBody>
          <a:bodyPr wrap="square" lIns="0" tIns="0" rIns="0" bIns="0">
            <a:spAutoFit/>
          </a:bodyPr>
          <a:lstStyle/>
          <a:p>
            <a:pPr algn="l"/>
            <a:r>
              <a:rPr lang="en-US" sz="800" b="0">
                <a:solidFill>
                  <a:srgbClr val="4A4A4A"/>
                </a:solidFill>
                <a:latin typeface="Aptos"/>
              </a:rPr>
              <a:t>Custom gateways and unified orchestration layers that route transactions efficiently.</a:t>
            </a:r>
            <a:endParaRPr sz="800" b="0">
              <a:solidFill>
                <a:srgbClr val="4A4A4A"/>
              </a:solidFill>
              <a:latin typeface="Aptos"/>
            </a:endParaRPr>
          </a:p>
        </p:txBody>
      </p:sp>
      <p:sp>
        <p:nvSpPr>
          <p:cNvPr id="200244" name="Rounded Rectangle 200243"/>
          <p:cNvSpPr/>
          <p:nvPr/>
        </p:nvSpPr>
        <p:spPr>
          <a:xfrm>
            <a:off x="3255264" y="1992128"/>
            <a:ext cx="2633472" cy="1042416"/>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45" name="Rectangle 200244"/>
          <p:cNvSpPr/>
          <p:nvPr/>
        </p:nvSpPr>
        <p:spPr>
          <a:xfrm>
            <a:off x="3255264" y="2120144"/>
            <a:ext cx="50292" cy="786384"/>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46" name="Rounded Rectangle 200245"/>
          <p:cNvSpPr/>
          <p:nvPr/>
        </p:nvSpPr>
        <p:spPr>
          <a:xfrm>
            <a:off x="3438144" y="2120144"/>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6" name="icon-mobile"/>
          <p:cNvGrpSpPr/>
          <p:nvPr/>
        </p:nvGrpSpPr>
        <p:grpSpPr>
          <a:xfrm>
            <a:off x="3534705" y="2216705"/>
            <a:ext cx="209215" cy="209215"/>
            <a:chOff x="0" y="0"/>
            <a:chExt cx="100" cy="100"/>
          </a:xfrm>
        </p:grpSpPr>
        <p:sp>
          <p:nvSpPr>
            <p:cNvPr id="17" name="g"/>
            <p:cNvSpPr/>
            <p:nvPr/>
          </p:nvSpPr>
          <p:spPr>
            <a:xfrm>
              <a:off x="0" y="0"/>
              <a:ext cx="100" cy="100"/>
            </a:xfrm>
            <a:custGeom>
              <a:avLst/>
              <a:gdLst/>
              <a:ahLst/>
              <a:cxnLst/>
              <a:rect l="0" t="0" r="100" b="100"/>
              <a:pathLst>
                <a:path w="100" h="100" fill="none">
                  <a:moveTo>
                    <a:pt x="36" y="16"/>
                  </a:moveTo>
                  <a:lnTo>
                    <a:pt x="64" y="16"/>
                  </a:lnTo>
                  <a:lnTo>
                    <a:pt x="64" y="84"/>
                  </a:lnTo>
                  <a:lnTo>
                    <a:pt x="36" y="84"/>
                  </a:lnTo>
                  <a:close/>
                  <a:moveTo>
                    <a:pt x="44" y="22"/>
                  </a:moveTo>
                  <a:lnTo>
                    <a:pt x="56" y="22"/>
                  </a:lnTo>
                </a:path>
              </a:pathLst>
            </a:custGeom>
            <a:noFill/>
            <a:ln w="33020" cap="rnd">
              <a:solidFill>
                <a:srgbClr val="FF7A00"/>
              </a:solidFill>
              <a:round/>
            </a:ln>
          </p:spPr>
          <p:txBody>
            <a:bodyPr/>
            <a:lstStyle/>
            <a:p>
              <a:endParaRPr/>
            </a:p>
          </p:txBody>
        </p:sp>
        <p:sp>
          <p:nvSpPr>
            <p:cNvPr id="18" name="e"/>
            <p:cNvSpPr/>
            <p:nvPr/>
          </p:nvSpPr>
          <p:spPr>
            <a:xfrm>
              <a:off x="47" y="73"/>
              <a:ext cx="6" cy="6"/>
            </a:xfrm>
            <a:prstGeom prst="ellipse">
              <a:avLst/>
            </a:prstGeom>
            <a:solidFill>
              <a:srgbClr val="FF7A00"/>
            </a:solidFill>
            <a:ln>
              <a:noFill/>
            </a:ln>
          </p:spPr>
          <p:txBody>
            <a:bodyPr/>
            <a:lstStyle/>
            <a:p>
              <a:endParaRPr/>
            </a:p>
          </p:txBody>
        </p:sp>
      </p:grpSp>
      <p:sp>
        <p:nvSpPr>
          <p:cNvPr id="200247" name="TextBox 200246"/>
          <p:cNvSpPr txBox="1"/>
          <p:nvPr/>
        </p:nvSpPr>
        <p:spPr>
          <a:xfrm>
            <a:off x="3950208" y="2120144"/>
            <a:ext cx="1810512" cy="153888"/>
          </a:xfrm>
          <a:prstGeom prst="rect">
            <a:avLst/>
          </a:prstGeom>
          <a:noFill/>
        </p:spPr>
        <p:txBody>
          <a:bodyPr wrap="square" lIns="0" tIns="0" rIns="0" bIns="0">
            <a:spAutoFit/>
          </a:bodyPr>
          <a:lstStyle/>
          <a:p>
            <a:pPr algn="l"/>
            <a:r>
              <a:rPr lang="en-US" sz="1000" b="1">
                <a:solidFill>
                  <a:srgbClr val="0A0A0A"/>
                </a:solidFill>
                <a:latin typeface="Aptos Display"/>
              </a:rPr>
              <a:t>Digital Wallets</a:t>
            </a:r>
            <a:endParaRPr sz="1000" b="1">
              <a:solidFill>
                <a:srgbClr val="0A0A0A"/>
              </a:solidFill>
              <a:latin typeface="Aptos Display"/>
            </a:endParaRPr>
          </a:p>
        </p:txBody>
      </p:sp>
      <p:sp>
        <p:nvSpPr>
          <p:cNvPr id="200248" name="TextBox 200247"/>
          <p:cNvSpPr txBox="1"/>
          <p:nvPr/>
        </p:nvSpPr>
        <p:spPr>
          <a:xfrm>
            <a:off x="3438144" y="2650496"/>
            <a:ext cx="2304288" cy="246221"/>
          </a:xfrm>
          <a:prstGeom prst="rect">
            <a:avLst/>
          </a:prstGeom>
          <a:noFill/>
        </p:spPr>
        <p:txBody>
          <a:bodyPr wrap="square" lIns="0" tIns="0" rIns="0" bIns="0">
            <a:spAutoFit/>
          </a:bodyPr>
          <a:lstStyle/>
          <a:p>
            <a:pPr algn="l"/>
            <a:r>
              <a:rPr lang="en-US" sz="800" b="0">
                <a:solidFill>
                  <a:srgbClr val="4A4A4A"/>
                </a:solidFill>
                <a:latin typeface="Aptos"/>
              </a:rPr>
              <a:t>Secure closed-loop, semi-closed and open-loop wallet infrastructures.</a:t>
            </a:r>
            <a:endParaRPr sz="800" b="0">
              <a:solidFill>
                <a:srgbClr val="4A4A4A"/>
              </a:solidFill>
              <a:latin typeface="Aptos"/>
            </a:endParaRPr>
          </a:p>
        </p:txBody>
      </p:sp>
      <p:sp>
        <p:nvSpPr>
          <p:cNvPr id="200249" name="Rounded Rectangle 200248"/>
          <p:cNvSpPr/>
          <p:nvPr/>
        </p:nvSpPr>
        <p:spPr>
          <a:xfrm>
            <a:off x="6053328" y="1992128"/>
            <a:ext cx="2633472" cy="1042416"/>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50" name="Rectangle 200249"/>
          <p:cNvSpPr/>
          <p:nvPr/>
        </p:nvSpPr>
        <p:spPr>
          <a:xfrm>
            <a:off x="6053328" y="2120144"/>
            <a:ext cx="50292" cy="786384"/>
          </a:xfrm>
          <a:prstGeom prst="rect">
            <a:avLst/>
          </a:prstGeom>
          <a:solidFill>
            <a:srgbClr val="E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51" name="Rounded Rectangle 200250"/>
          <p:cNvSpPr/>
          <p:nvPr/>
        </p:nvSpPr>
        <p:spPr>
          <a:xfrm>
            <a:off x="6236208" y="2120144"/>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9" name="icon-chart"/>
          <p:cNvGrpSpPr/>
          <p:nvPr/>
        </p:nvGrpSpPr>
        <p:grpSpPr>
          <a:xfrm>
            <a:off x="6332769" y="2216705"/>
            <a:ext cx="209215" cy="209215"/>
            <a:chOff x="0" y="0"/>
            <a:chExt cx="100" cy="100"/>
          </a:xfrm>
        </p:grpSpPr>
        <p:sp>
          <p:nvSpPr>
            <p:cNvPr id="20" name="g"/>
            <p:cNvSpPr/>
            <p:nvPr/>
          </p:nvSpPr>
          <p:spPr>
            <a:xfrm>
              <a:off x="0" y="0"/>
              <a:ext cx="100" cy="100"/>
            </a:xfrm>
            <a:custGeom>
              <a:avLst/>
              <a:gdLst/>
              <a:ahLst/>
              <a:cxnLst/>
              <a:rect l="0" t="0" r="100" b="100"/>
              <a:pathLst>
                <a:path w="100" h="100" fill="none">
                  <a:moveTo>
                    <a:pt x="24" y="22"/>
                  </a:moveTo>
                  <a:lnTo>
                    <a:pt x="24" y="80"/>
                  </a:lnTo>
                  <a:lnTo>
                    <a:pt x="82" y="80"/>
                  </a:lnTo>
                  <a:moveTo>
                    <a:pt x="34" y="58"/>
                  </a:moveTo>
                  <a:lnTo>
                    <a:pt x="34" y="80"/>
                  </a:lnTo>
                  <a:moveTo>
                    <a:pt x="50" y="44"/>
                  </a:moveTo>
                  <a:lnTo>
                    <a:pt x="50" y="80"/>
                  </a:lnTo>
                  <a:moveTo>
                    <a:pt x="66" y="32"/>
                  </a:moveTo>
                  <a:lnTo>
                    <a:pt x="66" y="80"/>
                  </a:lnTo>
                  <a:moveTo>
                    <a:pt x="30" y="58"/>
                  </a:moveTo>
                  <a:lnTo>
                    <a:pt x="38" y="58"/>
                  </a:lnTo>
                  <a:moveTo>
                    <a:pt x="46" y="44"/>
                  </a:moveTo>
                  <a:lnTo>
                    <a:pt x="54" y="44"/>
                  </a:lnTo>
                  <a:moveTo>
                    <a:pt x="62" y="32"/>
                  </a:moveTo>
                  <a:lnTo>
                    <a:pt x="70" y="32"/>
                  </a:lnTo>
                </a:path>
              </a:pathLst>
            </a:custGeom>
            <a:noFill/>
            <a:ln w="33020" cap="rnd">
              <a:solidFill>
                <a:srgbClr val="E8862B"/>
              </a:solidFill>
              <a:round/>
            </a:ln>
          </p:spPr>
          <p:txBody>
            <a:bodyPr/>
            <a:lstStyle/>
            <a:p>
              <a:endParaRPr/>
            </a:p>
          </p:txBody>
        </p:sp>
      </p:grpSp>
      <p:sp>
        <p:nvSpPr>
          <p:cNvPr id="200252" name="TextBox 200251"/>
          <p:cNvSpPr txBox="1"/>
          <p:nvPr/>
        </p:nvSpPr>
        <p:spPr>
          <a:xfrm>
            <a:off x="6748272" y="2120144"/>
            <a:ext cx="1810512" cy="153888"/>
          </a:xfrm>
          <a:prstGeom prst="rect">
            <a:avLst/>
          </a:prstGeom>
          <a:noFill/>
        </p:spPr>
        <p:txBody>
          <a:bodyPr wrap="square" lIns="0" tIns="0" rIns="0" bIns="0" anchor="t">
            <a:spAutoFit/>
          </a:bodyPr>
          <a:lstStyle/>
          <a:p>
            <a:r>
              <a:rPr lang="en-US" sz="1000" b="1">
                <a:solidFill>
                  <a:srgbClr val="0A0A0A"/>
                </a:solidFill>
                <a:latin typeface="Aptos Display"/>
              </a:rPr>
              <a:t>UPI &amp; BBPS Integrations</a:t>
            </a:r>
            <a:endParaRPr sz="1000" b="1">
              <a:solidFill>
                <a:srgbClr val="0A0A0A"/>
              </a:solidFill>
              <a:latin typeface="Aptos Display"/>
            </a:endParaRPr>
          </a:p>
        </p:txBody>
      </p:sp>
      <p:sp>
        <p:nvSpPr>
          <p:cNvPr id="200253" name="TextBox 200252"/>
          <p:cNvSpPr txBox="1"/>
          <p:nvPr/>
        </p:nvSpPr>
        <p:spPr>
          <a:xfrm>
            <a:off x="6236208" y="2650496"/>
            <a:ext cx="2304288" cy="246221"/>
          </a:xfrm>
          <a:prstGeom prst="rect">
            <a:avLst/>
          </a:prstGeom>
          <a:noFill/>
        </p:spPr>
        <p:txBody>
          <a:bodyPr wrap="square" lIns="0" tIns="0" rIns="0" bIns="0">
            <a:spAutoFit/>
          </a:bodyPr>
          <a:lstStyle/>
          <a:p>
            <a:pPr algn="l"/>
            <a:r>
              <a:rPr lang="en-US" sz="800" b="0">
                <a:solidFill>
                  <a:srgbClr val="4A4A4A"/>
                </a:solidFill>
                <a:latin typeface="Aptos"/>
              </a:rPr>
              <a:t>Ready-to-scale India Stack architectures across UPI and Bharat Bill Payment System.</a:t>
            </a:r>
            <a:endParaRPr sz="800" b="0">
              <a:solidFill>
                <a:srgbClr val="4A4A4A"/>
              </a:solidFill>
              <a:latin typeface="Aptos"/>
            </a:endParaRPr>
          </a:p>
        </p:txBody>
      </p:sp>
      <p:sp>
        <p:nvSpPr>
          <p:cNvPr id="200254" name="TextBox 200253"/>
          <p:cNvSpPr txBox="1"/>
          <p:nvPr/>
        </p:nvSpPr>
        <p:spPr>
          <a:xfrm>
            <a:off x="457200" y="3162560"/>
            <a:ext cx="5486400" cy="123111"/>
          </a:xfrm>
          <a:prstGeom prst="rect">
            <a:avLst/>
          </a:prstGeom>
          <a:noFill/>
        </p:spPr>
        <p:txBody>
          <a:bodyPr wrap="square" lIns="0" tIns="0" rIns="0" bIns="0">
            <a:spAutoFit/>
          </a:bodyPr>
          <a:lstStyle/>
          <a:p>
            <a:pPr algn="l"/>
            <a:r>
              <a:rPr lang="en-US" sz="800" b="1" spc="120">
                <a:solidFill>
                  <a:srgbClr val="F57C1F"/>
                </a:solidFill>
                <a:latin typeface="Aptos"/>
              </a:rPr>
              <a:t>ENGINEERED IN</a:t>
            </a:r>
            <a:endParaRPr sz="800" b="1" spc="120">
              <a:solidFill>
                <a:srgbClr val="F57C1F"/>
              </a:solidFill>
              <a:latin typeface="Aptos"/>
            </a:endParaRPr>
          </a:p>
        </p:txBody>
      </p:sp>
      <p:sp>
        <p:nvSpPr>
          <p:cNvPr id="200255" name="Rounded Rectangle 200254"/>
          <p:cNvSpPr/>
          <p:nvPr/>
        </p:nvSpPr>
        <p:spPr>
          <a:xfrm>
            <a:off x="457200" y="3382016"/>
            <a:ext cx="2633472" cy="621792"/>
          </a:xfrm>
          <a:prstGeom prst="roundRect">
            <a:avLst>
              <a:gd name="adj" fmla="val 10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56" name="Rounded Rectangle 200255"/>
          <p:cNvSpPr/>
          <p:nvPr/>
        </p:nvSpPr>
        <p:spPr>
          <a:xfrm>
            <a:off x="603504" y="3528320"/>
            <a:ext cx="329184" cy="329184"/>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1" name="icon-bolt"/>
          <p:cNvGrpSpPr/>
          <p:nvPr/>
        </p:nvGrpSpPr>
        <p:grpSpPr>
          <a:xfrm>
            <a:off x="682508" y="3607324"/>
            <a:ext cx="171176" cy="171176"/>
            <a:chOff x="0" y="0"/>
            <a:chExt cx="100" cy="100"/>
          </a:xfrm>
        </p:grpSpPr>
        <p:sp>
          <p:nvSpPr>
            <p:cNvPr id="22" name="g"/>
            <p:cNvSpPr/>
            <p:nvPr/>
          </p:nvSpPr>
          <p:spPr>
            <a:xfrm>
              <a:off x="0" y="0"/>
              <a:ext cx="100" cy="100"/>
            </a:xfrm>
            <a:custGeom>
              <a:avLst/>
              <a:gdLst/>
              <a:ahLst/>
              <a:cxnLst/>
              <a:rect l="0" t="0" r="100" b="100"/>
              <a:pathLst>
                <a:path w="100" h="100" fill="none">
                  <a:moveTo>
                    <a:pt x="54" y="16"/>
                  </a:moveTo>
                  <a:lnTo>
                    <a:pt x="30" y="56"/>
                  </a:lnTo>
                  <a:lnTo>
                    <a:pt x="47" y="56"/>
                  </a:lnTo>
                  <a:lnTo>
                    <a:pt x="43" y="84"/>
                  </a:lnTo>
                  <a:lnTo>
                    <a:pt x="72" y="42"/>
                  </a:lnTo>
                  <a:lnTo>
                    <a:pt x="53" y="42"/>
                  </a:lnTo>
                  <a:close/>
                </a:path>
              </a:pathLst>
            </a:custGeom>
            <a:noFill/>
            <a:ln w="33020" cap="rnd">
              <a:solidFill>
                <a:srgbClr val="F57C1F"/>
              </a:solidFill>
              <a:round/>
            </a:ln>
          </p:spPr>
          <p:txBody>
            <a:bodyPr/>
            <a:lstStyle/>
            <a:p>
              <a:endParaRPr/>
            </a:p>
          </p:txBody>
        </p:sp>
      </p:grpSp>
      <p:sp>
        <p:nvSpPr>
          <p:cNvPr id="200257" name="TextBox 200256"/>
          <p:cNvSpPr txBox="1"/>
          <p:nvPr/>
        </p:nvSpPr>
        <p:spPr>
          <a:xfrm>
            <a:off x="1060704" y="3400304"/>
            <a:ext cx="1901952" cy="161583"/>
          </a:xfrm>
          <a:prstGeom prst="rect">
            <a:avLst/>
          </a:prstGeom>
          <a:noFill/>
        </p:spPr>
        <p:txBody>
          <a:bodyPr wrap="square" lIns="0" tIns="0" rIns="0" bIns="0">
            <a:spAutoFit/>
          </a:bodyPr>
          <a:lstStyle/>
          <a:p>
            <a:pPr algn="l"/>
            <a:r>
              <a:rPr lang="en-US" sz="1050" b="1">
                <a:solidFill>
                  <a:srgbClr val="0A0A0A"/>
                </a:solidFill>
                <a:latin typeface="Aptos Display"/>
              </a:rPr>
              <a:t>Financial Messaging</a:t>
            </a:r>
            <a:endParaRPr sz="1050" b="1">
              <a:solidFill>
                <a:srgbClr val="0A0A0A"/>
              </a:solidFill>
              <a:latin typeface="Aptos Display"/>
            </a:endParaRPr>
          </a:p>
        </p:txBody>
      </p:sp>
      <p:sp>
        <p:nvSpPr>
          <p:cNvPr id="200258" name="TextBox 200257"/>
          <p:cNvSpPr txBox="1"/>
          <p:nvPr/>
        </p:nvSpPr>
        <p:spPr>
          <a:xfrm>
            <a:off x="1060704" y="3692912"/>
            <a:ext cx="1901952" cy="123111"/>
          </a:xfrm>
          <a:prstGeom prst="rect">
            <a:avLst/>
          </a:prstGeom>
          <a:noFill/>
        </p:spPr>
        <p:txBody>
          <a:bodyPr wrap="square" lIns="0" tIns="0" rIns="0" bIns="0">
            <a:spAutoFit/>
          </a:bodyPr>
          <a:lstStyle/>
          <a:p>
            <a:pPr algn="l"/>
            <a:r>
              <a:rPr lang="en-US" sz="800" b="0">
                <a:solidFill>
                  <a:srgbClr val="4A4A4A"/>
                </a:solidFill>
                <a:latin typeface="Aptos"/>
              </a:rPr>
              <a:t>Deep ISO 8583 and ISO 20022 compliance</a:t>
            </a:r>
            <a:endParaRPr sz="800" b="0">
              <a:solidFill>
                <a:srgbClr val="4A4A4A"/>
              </a:solidFill>
              <a:latin typeface="Aptos"/>
            </a:endParaRPr>
          </a:p>
        </p:txBody>
      </p:sp>
      <p:sp>
        <p:nvSpPr>
          <p:cNvPr id="200259" name="Rounded Rectangle 200258"/>
          <p:cNvSpPr/>
          <p:nvPr/>
        </p:nvSpPr>
        <p:spPr>
          <a:xfrm>
            <a:off x="3255264" y="3382016"/>
            <a:ext cx="2633472" cy="621792"/>
          </a:xfrm>
          <a:prstGeom prst="roundRect">
            <a:avLst>
              <a:gd name="adj" fmla="val 10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60" name="Rounded Rectangle 200259"/>
          <p:cNvSpPr/>
          <p:nvPr/>
        </p:nvSpPr>
        <p:spPr>
          <a:xfrm>
            <a:off x="3401568" y="3528320"/>
            <a:ext cx="329184" cy="329184"/>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3" name="icon-target"/>
          <p:cNvGrpSpPr/>
          <p:nvPr/>
        </p:nvGrpSpPr>
        <p:grpSpPr>
          <a:xfrm>
            <a:off x="3480572" y="3607324"/>
            <a:ext cx="171176" cy="171176"/>
            <a:chOff x="0" y="0"/>
            <a:chExt cx="100" cy="100"/>
          </a:xfrm>
        </p:grpSpPr>
        <p:sp>
          <p:nvSpPr>
            <p:cNvPr id="24" name="e"/>
            <p:cNvSpPr/>
            <p:nvPr/>
          </p:nvSpPr>
          <p:spPr>
            <a:xfrm>
              <a:off x="10" y="10"/>
              <a:ext cx="80" cy="80"/>
            </a:xfrm>
            <a:prstGeom prst="ellipse">
              <a:avLst/>
            </a:prstGeom>
            <a:noFill/>
            <a:ln w="33020">
              <a:solidFill>
                <a:srgbClr val="FF7A00"/>
              </a:solidFill>
            </a:ln>
          </p:spPr>
          <p:txBody>
            <a:bodyPr/>
            <a:lstStyle/>
            <a:p>
              <a:endParaRPr/>
            </a:p>
          </p:txBody>
        </p:sp>
        <p:sp>
          <p:nvSpPr>
            <p:cNvPr id="25" name="e"/>
            <p:cNvSpPr/>
            <p:nvPr/>
          </p:nvSpPr>
          <p:spPr>
            <a:xfrm>
              <a:off x="28" y="28"/>
              <a:ext cx="44" cy="44"/>
            </a:xfrm>
            <a:prstGeom prst="ellipse">
              <a:avLst/>
            </a:prstGeom>
            <a:noFill/>
            <a:ln w="33020">
              <a:solidFill>
                <a:srgbClr val="FF7A00"/>
              </a:solidFill>
            </a:ln>
          </p:spPr>
          <p:txBody>
            <a:bodyPr/>
            <a:lstStyle/>
            <a:p>
              <a:endParaRPr/>
            </a:p>
          </p:txBody>
        </p:sp>
        <p:sp>
          <p:nvSpPr>
            <p:cNvPr id="26" name="e"/>
            <p:cNvSpPr/>
            <p:nvPr/>
          </p:nvSpPr>
          <p:spPr>
            <a:xfrm>
              <a:off x="44" y="44"/>
              <a:ext cx="12" cy="12"/>
            </a:xfrm>
            <a:prstGeom prst="ellipse">
              <a:avLst/>
            </a:prstGeom>
            <a:solidFill>
              <a:srgbClr val="FF7A00"/>
            </a:solidFill>
            <a:ln>
              <a:noFill/>
            </a:ln>
          </p:spPr>
          <p:txBody>
            <a:bodyPr/>
            <a:lstStyle/>
            <a:p>
              <a:endParaRPr/>
            </a:p>
          </p:txBody>
        </p:sp>
      </p:grpSp>
      <p:sp>
        <p:nvSpPr>
          <p:cNvPr id="200261" name="TextBox 200260"/>
          <p:cNvSpPr txBox="1"/>
          <p:nvPr/>
        </p:nvSpPr>
        <p:spPr>
          <a:xfrm>
            <a:off x="3858768" y="3400304"/>
            <a:ext cx="1901952" cy="161583"/>
          </a:xfrm>
          <a:prstGeom prst="rect">
            <a:avLst/>
          </a:prstGeom>
          <a:noFill/>
        </p:spPr>
        <p:txBody>
          <a:bodyPr wrap="square" lIns="0" tIns="0" rIns="0" bIns="0">
            <a:spAutoFit/>
          </a:bodyPr>
          <a:lstStyle/>
          <a:p>
            <a:pPr algn="l"/>
            <a:r>
              <a:rPr lang="en-US" sz="1050" b="1">
                <a:solidFill>
                  <a:srgbClr val="0A0A0A"/>
                </a:solidFill>
                <a:latin typeface="Aptos Display"/>
              </a:rPr>
              <a:t>Settlement &amp; Escrow</a:t>
            </a:r>
            <a:endParaRPr sz="1050" b="1">
              <a:solidFill>
                <a:srgbClr val="0A0A0A"/>
              </a:solidFill>
              <a:latin typeface="Aptos Display"/>
            </a:endParaRPr>
          </a:p>
        </p:txBody>
      </p:sp>
      <p:sp>
        <p:nvSpPr>
          <p:cNvPr id="200262" name="TextBox 200261"/>
          <p:cNvSpPr txBox="1"/>
          <p:nvPr/>
        </p:nvSpPr>
        <p:spPr>
          <a:xfrm>
            <a:off x="3858768" y="3692912"/>
            <a:ext cx="1901952" cy="123111"/>
          </a:xfrm>
          <a:prstGeom prst="rect">
            <a:avLst/>
          </a:prstGeom>
          <a:noFill/>
        </p:spPr>
        <p:txBody>
          <a:bodyPr wrap="square" lIns="0" tIns="0" rIns="0" bIns="0">
            <a:spAutoFit/>
          </a:bodyPr>
          <a:lstStyle/>
          <a:p>
            <a:pPr algn="l"/>
            <a:r>
              <a:rPr lang="en-US" sz="800" b="0">
                <a:solidFill>
                  <a:srgbClr val="4A4A4A"/>
                </a:solidFill>
                <a:latin typeface="Aptos"/>
              </a:rPr>
              <a:t>Reconciliation and fund-flow structures</a:t>
            </a:r>
            <a:endParaRPr sz="800" b="0">
              <a:solidFill>
                <a:srgbClr val="4A4A4A"/>
              </a:solidFill>
              <a:latin typeface="Aptos"/>
            </a:endParaRPr>
          </a:p>
        </p:txBody>
      </p:sp>
      <p:sp>
        <p:nvSpPr>
          <p:cNvPr id="200263" name="Rounded Rectangle 200262"/>
          <p:cNvSpPr/>
          <p:nvPr/>
        </p:nvSpPr>
        <p:spPr>
          <a:xfrm>
            <a:off x="6053328" y="3382016"/>
            <a:ext cx="2633472" cy="621792"/>
          </a:xfrm>
          <a:prstGeom prst="roundRect">
            <a:avLst>
              <a:gd name="adj" fmla="val 10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64" name="Rounded Rectangle 200263"/>
          <p:cNvSpPr/>
          <p:nvPr/>
        </p:nvSpPr>
        <p:spPr>
          <a:xfrm>
            <a:off x="6199632" y="3528320"/>
            <a:ext cx="329184" cy="329184"/>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66" name="TextBox 200265"/>
          <p:cNvSpPr txBox="1"/>
          <p:nvPr/>
        </p:nvSpPr>
        <p:spPr>
          <a:xfrm>
            <a:off x="6656832" y="3692912"/>
            <a:ext cx="1901952" cy="123111"/>
          </a:xfrm>
          <a:prstGeom prst="rect">
            <a:avLst/>
          </a:prstGeom>
          <a:noFill/>
        </p:spPr>
        <p:txBody>
          <a:bodyPr wrap="square" lIns="0" tIns="0" rIns="0" bIns="0">
            <a:spAutoFit/>
          </a:bodyPr>
          <a:lstStyle/>
          <a:p>
            <a:pPr algn="l"/>
            <a:r>
              <a:rPr lang="en-US" sz="800" b="0">
                <a:solidFill>
                  <a:srgbClr val="4A4A4A"/>
                </a:solidFill>
                <a:latin typeface="Aptos"/>
              </a:rPr>
              <a:t>Cloud-native, API-first, high volume</a:t>
            </a:r>
            <a:endParaRPr sz="800" b="0">
              <a:solidFill>
                <a:srgbClr val="4A4A4A"/>
              </a:solidFill>
              <a:latin typeface="Aptos"/>
            </a:endParaRPr>
          </a:p>
        </p:txBody>
      </p:sp>
      <p:sp>
        <p:nvSpPr>
          <p:cNvPr id="200267" name="Rounded Rectangle 200266"/>
          <p:cNvSpPr/>
          <p:nvPr/>
        </p:nvSpPr>
        <p:spPr>
          <a:xfrm>
            <a:off x="457200" y="4150112"/>
            <a:ext cx="8229600" cy="512064"/>
          </a:xfrm>
          <a:prstGeom prst="roundRect">
            <a:avLst>
              <a:gd name="adj" fmla="val 14000"/>
            </a:avLst>
          </a:prstGeom>
          <a:solidFill>
            <a:srgbClr val="FAFAFA"/>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68" name="Rectangle 200267"/>
          <p:cNvSpPr/>
          <p:nvPr/>
        </p:nvSpPr>
        <p:spPr>
          <a:xfrm>
            <a:off x="457200" y="4241552"/>
            <a:ext cx="41148" cy="329184"/>
          </a:xfrm>
          <a:prstGeom prst="rect">
            <a:avLst/>
          </a:prstGeom>
          <a:solidFill>
            <a:srgbClr val="F57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69" name="TextBox 200268"/>
          <p:cNvSpPr txBox="1"/>
          <p:nvPr/>
        </p:nvSpPr>
        <p:spPr>
          <a:xfrm>
            <a:off x="658368" y="4223264"/>
            <a:ext cx="7863840" cy="115416"/>
          </a:xfrm>
          <a:prstGeom prst="rect">
            <a:avLst/>
          </a:prstGeom>
          <a:noFill/>
        </p:spPr>
        <p:txBody>
          <a:bodyPr wrap="square" lIns="0" tIns="0" rIns="0" bIns="0">
            <a:spAutoFit/>
          </a:bodyPr>
          <a:lstStyle/>
          <a:p>
            <a:pPr algn="l"/>
            <a:r>
              <a:rPr lang="en-US" sz="750" b="1" spc="120">
                <a:solidFill>
                  <a:srgbClr val="F57C1F"/>
                </a:solidFill>
                <a:latin typeface="Aptos"/>
              </a:rPr>
              <a:t>WHY IT MATTERS</a:t>
            </a:r>
            <a:endParaRPr sz="750" b="1" spc="120">
              <a:solidFill>
                <a:srgbClr val="F57C1F"/>
              </a:solidFill>
              <a:latin typeface="Aptos"/>
            </a:endParaRPr>
          </a:p>
        </p:txBody>
      </p:sp>
      <p:sp>
        <p:nvSpPr>
          <p:cNvPr id="200270" name="TextBox 200269"/>
          <p:cNvSpPr txBox="1"/>
          <p:nvPr/>
        </p:nvSpPr>
        <p:spPr>
          <a:xfrm>
            <a:off x="658368" y="4397000"/>
            <a:ext cx="7863840" cy="148887"/>
          </a:xfrm>
          <a:prstGeom prst="rect">
            <a:avLst/>
          </a:prstGeom>
          <a:noFill/>
        </p:spPr>
        <p:txBody>
          <a:bodyPr wrap="square" lIns="0" tIns="0" rIns="0" bIns="0" anchor="t">
            <a:spAutoFit/>
          </a:bodyPr>
          <a:lstStyle/>
          <a:p>
            <a:pPr>
              <a:lnSpc>
                <a:spcPct val="105000"/>
              </a:lnSpc>
            </a:pPr>
            <a:r>
              <a:rPr lang="en-US" sz="950" b="0">
                <a:solidFill>
                  <a:srgbClr val="0A0A0A"/>
                </a:solidFill>
                <a:latin typeface="Aptos"/>
              </a:rPr>
              <a:t>Payment infrastructure is unforgiving — it is engineered once, correctly, or it is paid for repeatedly in failures and audits.</a:t>
            </a:r>
            <a:endParaRPr sz="950" b="0">
              <a:solidFill>
                <a:srgbClr val="121212"/>
              </a:solidFill>
              <a:highlight>
                <a:srgbClr val="FFFFFF"/>
              </a:highlight>
              <a:ea typeface="+mn-lt"/>
              <a:cs typeface="+mn-lt"/>
            </a:endParaRPr>
          </a:p>
        </p:txBody>
      </p:sp>
      <p:sp>
        <p:nvSpPr>
          <p:cNvPr id="28" name="TextBox 27">
            <a:extLst>
              <a:ext uri="{FF2B5EF4-FFF2-40B4-BE49-F238E27FC236}">
                <a16:creationId xmlns:a16="http://schemas.microsoft.com/office/drawing/2014/main" id="{0BE074D3-A45D-40FC-BF72-5C0C66DB53BE}"/>
              </a:ext>
            </a:extLst>
          </p:cNvPr>
          <p:cNvSpPr txBox="1"/>
          <p:nvPr/>
        </p:nvSpPr>
        <p:spPr>
          <a:xfrm>
            <a:off x="457200" y="4864608"/>
            <a:ext cx="4572000" cy="123111"/>
          </a:xfrm>
          <a:prstGeom prst="rect">
            <a:avLst/>
          </a:prstGeom>
          <a:noFill/>
        </p:spPr>
        <p:txBody>
          <a:bodyPr wrap="square" lIns="0" tIns="0" rIns="0" bIns="0" anchor="t">
            <a:spAutoFit/>
          </a:bodyPr>
          <a:lstStyle/>
          <a:p>
            <a:r>
              <a:rPr lang="en-US" sz="800" err="1">
                <a:solidFill>
                  <a:srgbClr val="4A4A4A"/>
                </a:solidFill>
                <a:latin typeface="Aptos"/>
              </a:rPr>
              <a:t>RazorSharpFocus</a:t>
            </a:r>
            <a:r>
              <a:rPr lang="en-US" sz="800">
                <a:solidFill>
                  <a:srgbClr val="4A4A4A"/>
                </a:solidFill>
                <a:latin typeface="Aptos"/>
              </a:rPr>
              <a:t> Intelligence </a:t>
            </a:r>
            <a:r>
              <a:rPr sz="800" b="0">
                <a:solidFill>
                  <a:srgbClr val="4A4A4A"/>
                </a:solidFill>
                <a:latin typeface="Aptos"/>
              </a:rPr>
              <a:t> Private Limited</a:t>
            </a:r>
            <a:endParaRPr lang="en-US" sz="800" b="0">
              <a:solidFill>
                <a:srgbClr val="4A4A4A"/>
              </a:solidFill>
              <a:latin typeface="Aptos"/>
            </a:endParaRPr>
          </a:p>
        </p:txBody>
      </p:sp>
      <p:sp>
        <p:nvSpPr>
          <p:cNvPr id="30" name="TextBox 29">
            <a:extLst>
              <a:ext uri="{FF2B5EF4-FFF2-40B4-BE49-F238E27FC236}">
                <a16:creationId xmlns:a16="http://schemas.microsoft.com/office/drawing/2014/main" id="{DE279114-C628-42A0-B535-D89B1AFF7271}"/>
              </a:ext>
            </a:extLst>
          </p:cNvPr>
          <p:cNvSpPr txBox="1"/>
          <p:nvPr/>
        </p:nvSpPr>
        <p:spPr>
          <a:xfrm>
            <a:off x="2743200" y="4864608"/>
            <a:ext cx="3657600" cy="123111"/>
          </a:xfrm>
          <a:prstGeom prst="rect">
            <a:avLst/>
          </a:prstGeom>
          <a:noFill/>
        </p:spPr>
        <p:txBody>
          <a:bodyPr wrap="square" lIns="0" tIns="0" rIns="0" bIns="0" anchor="t">
            <a:spAutoFit/>
          </a:bodyPr>
          <a:lstStyle/>
          <a:p>
            <a:pPr algn="ctr"/>
            <a:r>
              <a:rPr lang="en-US" sz="800">
                <a:solidFill>
                  <a:schemeClr val="bg1">
                    <a:lumMod val="49000"/>
                  </a:schemeClr>
                </a:solidFill>
                <a:latin typeface="Calibri"/>
                <a:ea typeface="Calibri"/>
                <a:cs typeface="Calibri"/>
              </a:rPr>
              <a:t>Engineering Intelligent Business Execution</a:t>
            </a:r>
            <a:endParaRPr lang="en-US">
              <a:solidFill>
                <a:schemeClr val="bg1">
                  <a:lumMod val="49000"/>
                </a:schemeClr>
              </a:solidFill>
              <a:ea typeface="Calibri"/>
              <a:cs typeface="Calibri"/>
            </a:endParaRPr>
          </a:p>
        </p:txBody>
      </p:sp>
      <p:sp>
        <p:nvSpPr>
          <p:cNvPr id="200993" name="TextBox 200992"/>
          <p:cNvSpPr txBox="1"/>
          <p:nvPr/>
        </p:nvSpPr>
        <p:spPr>
          <a:xfrm>
            <a:off x="6656832" y="3400304"/>
            <a:ext cx="1901952" cy="274320"/>
          </a:xfrm>
          <a:prstGeom prst="rect">
            <a:avLst/>
          </a:prstGeom>
          <a:noFill/>
        </p:spPr>
        <p:txBody>
          <a:bodyPr wrap="square" lIns="0" tIns="0" rIns="0" bIns="0">
            <a:spAutoFit/>
          </a:bodyPr>
          <a:lstStyle/>
          <a:p>
            <a:pPr algn="l"/>
            <a:r>
              <a:rPr lang="en-US" sz="1050" b="1">
                <a:solidFill>
                  <a:srgbClr val="0A0A0A"/>
                </a:solidFill>
                <a:latin typeface="Aptos Display"/>
              </a:rPr>
              <a:t>Scale by Default</a:t>
            </a:r>
            <a:endParaRPr sz="1050" b="1">
              <a:solidFill>
                <a:srgbClr val="0A0A0A"/>
              </a:solidFill>
              <a:latin typeface="Aptos Display"/>
            </a:endParaRPr>
          </a:p>
        </p:txBody>
      </p:sp>
      <p:grpSp>
        <p:nvGrpSpPr>
          <p:cNvPr id="201105" name="icon-chart"/>
          <p:cNvGrpSpPr/>
          <p:nvPr/>
        </p:nvGrpSpPr>
        <p:grpSpPr>
          <a:xfrm>
            <a:off x="6259616" y="3588304"/>
            <a:ext cx="209215" cy="209215"/>
            <a:chOff x="0" y="0"/>
            <a:chExt cx="100" cy="100"/>
          </a:xfrm>
        </p:grpSpPr>
        <p:sp>
          <p:nvSpPr>
            <p:cNvPr id="201106" name="g"/>
            <p:cNvSpPr/>
            <p:nvPr/>
          </p:nvSpPr>
          <p:spPr>
            <a:xfrm>
              <a:off x="0" y="0"/>
              <a:ext cx="100" cy="100"/>
            </a:xfrm>
            <a:custGeom>
              <a:avLst/>
              <a:gdLst/>
              <a:ahLst/>
              <a:cxnLst/>
              <a:rect l="0" t="0" r="100" b="100"/>
              <a:pathLst>
                <a:path w="100" h="100" fill="none">
                  <a:moveTo>
                    <a:pt x="24" y="22"/>
                  </a:moveTo>
                  <a:lnTo>
                    <a:pt x="24" y="80"/>
                  </a:lnTo>
                  <a:lnTo>
                    <a:pt x="82" y="80"/>
                  </a:lnTo>
                  <a:moveTo>
                    <a:pt x="34" y="58"/>
                  </a:moveTo>
                  <a:lnTo>
                    <a:pt x="34" y="80"/>
                  </a:lnTo>
                  <a:moveTo>
                    <a:pt x="50" y="44"/>
                  </a:moveTo>
                  <a:lnTo>
                    <a:pt x="50" y="80"/>
                  </a:lnTo>
                  <a:moveTo>
                    <a:pt x="66" y="32"/>
                  </a:moveTo>
                  <a:lnTo>
                    <a:pt x="66" y="80"/>
                  </a:lnTo>
                  <a:moveTo>
                    <a:pt x="30" y="58"/>
                  </a:moveTo>
                  <a:lnTo>
                    <a:pt x="38" y="58"/>
                  </a:lnTo>
                  <a:moveTo>
                    <a:pt x="46" y="44"/>
                  </a:moveTo>
                  <a:lnTo>
                    <a:pt x="54" y="44"/>
                  </a:lnTo>
                  <a:moveTo>
                    <a:pt x="62" y="32"/>
                  </a:moveTo>
                  <a:lnTo>
                    <a:pt x="70" y="32"/>
                  </a:lnTo>
                </a:path>
              </a:pathLst>
            </a:custGeom>
            <a:noFill/>
            <a:ln w="33020" cap="rnd">
              <a:solidFill>
                <a:srgbClr val="E8862B"/>
              </a:solidFill>
              <a:round/>
            </a:ln>
          </p:spPr>
          <p:txBody>
            <a:bodyPr/>
            <a:lstStyle/>
            <a:p>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0292"/>
          </a:xfrm>
          <a:prstGeom prst="rect">
            <a:avLst/>
          </a:prstGeom>
          <a:gradFill>
            <a:gsLst>
              <a:gs pos="0">
                <a:srgbClr val="F57C1F"/>
              </a:gs>
              <a:gs pos="100000">
                <a:srgbClr val="FF7A00"/>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283464"/>
            <a:ext cx="146304" cy="146304"/>
          </a:xfrm>
          <a:prstGeom prst="roundRect">
            <a:avLst>
              <a:gd name="adj" fmla="val 30000"/>
            </a:avLst>
          </a:prstGeom>
          <a:gradFill>
            <a:gsLst>
              <a:gs pos="0">
                <a:srgbClr val="F57C1F"/>
              </a:gs>
              <a:gs pos="100000">
                <a:srgbClr val="FF7A00"/>
              </a:gs>
            </a:gsLst>
            <a:lin ang="27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94944" y="274320"/>
            <a:ext cx="6949440" cy="153888"/>
          </a:xfrm>
          <a:prstGeom prst="rect">
            <a:avLst/>
          </a:prstGeom>
          <a:noFill/>
        </p:spPr>
        <p:txBody>
          <a:bodyPr wrap="square" lIns="0" tIns="0" rIns="0" bIns="0">
            <a:spAutoFit/>
          </a:bodyPr>
          <a:lstStyle/>
          <a:p>
            <a:pPr algn="l"/>
            <a:r>
              <a:rPr lang="en-US" sz="1000" b="1" spc="180">
                <a:solidFill>
                  <a:srgbClr val="F57C1F"/>
                </a:solidFill>
                <a:latin typeface="Aptos"/>
              </a:rPr>
              <a:t>BANK TIE-UPS · COMPLIANCE · CERTIFICATION</a:t>
            </a:r>
            <a:endParaRPr sz="1000" b="1" spc="180">
              <a:solidFill>
                <a:srgbClr val="F57C1F"/>
              </a:solidFill>
              <a:latin typeface="Aptos"/>
            </a:endParaRPr>
          </a:p>
        </p:txBody>
      </p:sp>
      <p:sp>
        <p:nvSpPr>
          <p:cNvPr id="6" name="TextBox 5"/>
          <p:cNvSpPr txBox="1"/>
          <p:nvPr/>
        </p:nvSpPr>
        <p:spPr>
          <a:xfrm>
            <a:off x="457200" y="868417"/>
            <a:ext cx="8229600" cy="338554"/>
          </a:xfrm>
          <a:prstGeom prst="rect">
            <a:avLst/>
          </a:prstGeom>
          <a:noFill/>
        </p:spPr>
        <p:txBody>
          <a:bodyPr wrap="square" lIns="0" tIns="0" rIns="0" bIns="0" anchor="b">
            <a:spAutoFit/>
          </a:bodyPr>
          <a:lstStyle/>
          <a:p>
            <a:r>
              <a:rPr lang="en-US" sz="2200" b="1">
                <a:latin typeface="Aptos Display"/>
              </a:rPr>
              <a:t>From Bank Tie-Up to Go-Live Certification</a:t>
            </a:r>
            <a:endParaRPr lang="en-US" sz="2200" b="1">
              <a:highlight>
                <a:srgbClr val="FFFFFF"/>
              </a:highlight>
              <a:latin typeface="Aptos Display"/>
              <a:ea typeface="Calibri"/>
              <a:cs typeface="Calibri"/>
            </a:endParaRPr>
          </a:p>
        </p:txBody>
      </p:sp>
      <p:sp>
        <p:nvSpPr>
          <p:cNvPr id="7" name="TextBox 6"/>
          <p:cNvSpPr txBox="1"/>
          <p:nvPr/>
        </p:nvSpPr>
        <p:spPr>
          <a:xfrm>
            <a:off x="457200" y="1286256"/>
            <a:ext cx="8229600" cy="176972"/>
          </a:xfrm>
          <a:prstGeom prst="rect">
            <a:avLst/>
          </a:prstGeom>
          <a:noFill/>
        </p:spPr>
        <p:txBody>
          <a:bodyPr wrap="square" lIns="0" tIns="0" rIns="0" bIns="0" anchor="t">
            <a:spAutoFit/>
          </a:bodyPr>
          <a:lstStyle/>
          <a:p>
            <a:r>
              <a:rPr lang="en-US" sz="1150">
                <a:solidFill>
                  <a:srgbClr val="121212"/>
                </a:solidFill>
                <a:highlight>
                  <a:srgbClr val="FFFFFF"/>
                </a:highlight>
                <a:ea typeface="+mn-lt"/>
                <a:cs typeface="+mn-lt"/>
              </a:rPr>
              <a:t>We connect you to the right sponsor bank and aggregator, then take you through compliance and certification to launch.</a:t>
            </a:r>
            <a:endParaRPr lang="en-US">
              <a:solidFill>
                <a:srgbClr val="121212"/>
              </a:solidFill>
              <a:highlight>
                <a:srgbClr val="FFFFFF"/>
              </a:highlight>
              <a:ea typeface="+mn-lt"/>
              <a:cs typeface="+mn-lt"/>
            </a:endParaRPr>
          </a:p>
        </p:txBody>
      </p:sp>
      <p:cxnSp>
        <p:nvCxnSpPr>
          <p:cNvPr id="8" name="Connector 7"/>
          <p:cNvCxnSpPr/>
          <p:nvPr/>
        </p:nvCxnSpPr>
        <p:spPr>
          <a:xfrm>
            <a:off x="457200" y="4828032"/>
            <a:ext cx="8229600" cy="0"/>
          </a:xfrm>
          <a:prstGeom prst="line">
            <a:avLst/>
          </a:prstGeom>
          <a:ln w="9525">
            <a:solidFill>
              <a:srgbClr val="E6E6E6"/>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589520" y="4864608"/>
            <a:ext cx="1097280" cy="123111"/>
          </a:xfrm>
          <a:prstGeom prst="rect">
            <a:avLst/>
          </a:prstGeom>
          <a:noFill/>
        </p:spPr>
        <p:txBody>
          <a:bodyPr wrap="square" lIns="0" tIns="0" rIns="0" bIns="0">
            <a:spAutoFit/>
          </a:bodyPr>
          <a:lstStyle/>
          <a:p>
            <a:pPr algn="r"/>
            <a:r>
              <a:rPr lang="en-US" sz="800" b="0">
                <a:solidFill>
                  <a:srgbClr val="4A4A4A"/>
                </a:solidFill>
                <a:latin typeface="Aptos"/>
              </a:rPr>
              <a:t>07 / 11</a:t>
            </a:r>
            <a:endParaRPr sz="800" b="0">
              <a:solidFill>
                <a:srgbClr val="4A4A4A"/>
              </a:solidFill>
              <a:latin typeface="Aptos"/>
            </a:endParaRPr>
          </a:p>
        </p:txBody>
      </p:sp>
      <p:sp>
        <p:nvSpPr>
          <p:cNvPr id="12" name="TextBox 11"/>
          <p:cNvSpPr txBox="1"/>
          <p:nvPr/>
        </p:nvSpPr>
        <p:spPr>
          <a:xfrm>
            <a:off x="457200" y="1772672"/>
            <a:ext cx="5486400" cy="123111"/>
          </a:xfrm>
          <a:prstGeom prst="rect">
            <a:avLst/>
          </a:prstGeom>
          <a:noFill/>
        </p:spPr>
        <p:txBody>
          <a:bodyPr wrap="square" lIns="0" tIns="0" rIns="0" bIns="0">
            <a:spAutoFit/>
          </a:bodyPr>
          <a:lstStyle/>
          <a:p>
            <a:pPr algn="l"/>
            <a:r>
              <a:rPr lang="en-US" sz="800" b="1" spc="120">
                <a:solidFill>
                  <a:srgbClr val="F57C1F"/>
                </a:solidFill>
                <a:latin typeface="Aptos"/>
              </a:rPr>
              <a:t>TIE-UPS &amp; MERCHANT ENABLEMENT</a:t>
            </a:r>
            <a:endParaRPr sz="800" b="1" spc="120">
              <a:solidFill>
                <a:srgbClr val="F57C1F"/>
              </a:solidFill>
              <a:latin typeface="Aptos"/>
            </a:endParaRPr>
          </a:p>
        </p:txBody>
      </p:sp>
      <p:sp>
        <p:nvSpPr>
          <p:cNvPr id="13" name="Rounded Rectangle 12"/>
          <p:cNvSpPr/>
          <p:nvPr/>
        </p:nvSpPr>
        <p:spPr>
          <a:xfrm>
            <a:off x="457200" y="1992128"/>
            <a:ext cx="2633472" cy="1042416"/>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2120144"/>
            <a:ext cx="50292" cy="786384"/>
          </a:xfrm>
          <a:prstGeom prst="rect">
            <a:avLst/>
          </a:prstGeom>
          <a:solidFill>
            <a:srgbClr val="F57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40080" y="2120144"/>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00240" name="icon-check"/>
          <p:cNvGrpSpPr/>
          <p:nvPr/>
        </p:nvGrpSpPr>
        <p:grpSpPr>
          <a:xfrm>
            <a:off x="736641" y="2216705"/>
            <a:ext cx="209215" cy="209215"/>
            <a:chOff x="0" y="0"/>
            <a:chExt cx="100" cy="100"/>
          </a:xfrm>
        </p:grpSpPr>
        <p:sp>
          <p:nvSpPr>
            <p:cNvPr id="200241" name="g"/>
            <p:cNvSpPr/>
            <p:nvPr/>
          </p:nvSpPr>
          <p:spPr>
            <a:xfrm>
              <a:off x="0" y="0"/>
              <a:ext cx="100" cy="100"/>
            </a:xfrm>
            <a:custGeom>
              <a:avLst/>
              <a:gdLst/>
              <a:ahLst/>
              <a:cxnLst/>
              <a:rect l="0" t="0" r="100" b="100"/>
              <a:pathLst>
                <a:path w="100" h="100" fill="none">
                  <a:moveTo>
                    <a:pt x="26" y="52"/>
                  </a:moveTo>
                  <a:lnTo>
                    <a:pt x="43" y="70"/>
                  </a:lnTo>
                  <a:lnTo>
                    <a:pt x="76" y="32"/>
                  </a:lnTo>
                </a:path>
              </a:pathLst>
            </a:custGeom>
            <a:noFill/>
            <a:ln w="33020" cap="rnd">
              <a:solidFill>
                <a:srgbClr val="F57C1F"/>
              </a:solidFill>
              <a:round/>
            </a:ln>
          </p:spPr>
          <p:txBody>
            <a:bodyPr/>
            <a:lstStyle/>
            <a:p>
              <a:endParaRPr/>
            </a:p>
          </p:txBody>
        </p:sp>
      </p:grpSp>
      <p:sp>
        <p:nvSpPr>
          <p:cNvPr id="200242" name="TextBox 200241"/>
          <p:cNvSpPr txBox="1"/>
          <p:nvPr/>
        </p:nvSpPr>
        <p:spPr>
          <a:xfrm>
            <a:off x="1152144" y="2120144"/>
            <a:ext cx="1810512" cy="153888"/>
          </a:xfrm>
          <a:prstGeom prst="rect">
            <a:avLst/>
          </a:prstGeom>
          <a:noFill/>
        </p:spPr>
        <p:txBody>
          <a:bodyPr wrap="square" lIns="0" tIns="0" rIns="0" bIns="0">
            <a:spAutoFit/>
          </a:bodyPr>
          <a:lstStyle/>
          <a:p>
            <a:pPr algn="l"/>
            <a:r>
              <a:rPr lang="en-US" sz="1000" b="1">
                <a:solidFill>
                  <a:srgbClr val="0A0A0A"/>
                </a:solidFill>
                <a:latin typeface="Aptos Display"/>
              </a:rPr>
              <a:t>Rapid Onboarding</a:t>
            </a:r>
            <a:endParaRPr sz="1000" b="1">
              <a:solidFill>
                <a:srgbClr val="0A0A0A"/>
              </a:solidFill>
              <a:latin typeface="Aptos Display"/>
            </a:endParaRPr>
          </a:p>
        </p:txBody>
      </p:sp>
      <p:sp>
        <p:nvSpPr>
          <p:cNvPr id="200243" name="TextBox 200242"/>
          <p:cNvSpPr txBox="1"/>
          <p:nvPr/>
        </p:nvSpPr>
        <p:spPr>
          <a:xfrm>
            <a:off x="640080" y="2650496"/>
            <a:ext cx="2304288" cy="246221"/>
          </a:xfrm>
          <a:prstGeom prst="rect">
            <a:avLst/>
          </a:prstGeom>
          <a:noFill/>
        </p:spPr>
        <p:txBody>
          <a:bodyPr wrap="square" lIns="0" tIns="0" rIns="0" bIns="0">
            <a:spAutoFit/>
          </a:bodyPr>
          <a:lstStyle/>
          <a:p>
            <a:pPr algn="l"/>
            <a:r>
              <a:rPr lang="en-US" sz="800" b="0">
                <a:solidFill>
                  <a:srgbClr val="4A4A4A"/>
                </a:solidFill>
                <a:latin typeface="Aptos"/>
              </a:rPr>
              <a:t>Automated workflows to sign up, verify and activate merchants at scale.</a:t>
            </a:r>
            <a:endParaRPr sz="800" b="0">
              <a:solidFill>
                <a:srgbClr val="4A4A4A"/>
              </a:solidFill>
              <a:latin typeface="Aptos"/>
            </a:endParaRPr>
          </a:p>
        </p:txBody>
      </p:sp>
      <p:sp>
        <p:nvSpPr>
          <p:cNvPr id="200244" name="Rounded Rectangle 200243"/>
          <p:cNvSpPr/>
          <p:nvPr/>
        </p:nvSpPr>
        <p:spPr>
          <a:xfrm>
            <a:off x="3255264" y="1992128"/>
            <a:ext cx="2633472" cy="1042416"/>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45" name="Rectangle 200244"/>
          <p:cNvSpPr/>
          <p:nvPr/>
        </p:nvSpPr>
        <p:spPr>
          <a:xfrm>
            <a:off x="3255264" y="2120144"/>
            <a:ext cx="50292" cy="786384"/>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46" name="Rounded Rectangle 200245"/>
          <p:cNvSpPr/>
          <p:nvPr/>
        </p:nvSpPr>
        <p:spPr>
          <a:xfrm>
            <a:off x="3438144" y="2120144"/>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6" name="icon-mobile"/>
          <p:cNvGrpSpPr/>
          <p:nvPr/>
        </p:nvGrpSpPr>
        <p:grpSpPr>
          <a:xfrm>
            <a:off x="3534705" y="2216705"/>
            <a:ext cx="209215" cy="209215"/>
            <a:chOff x="0" y="0"/>
            <a:chExt cx="100" cy="100"/>
          </a:xfrm>
        </p:grpSpPr>
        <p:sp>
          <p:nvSpPr>
            <p:cNvPr id="17" name="g"/>
            <p:cNvSpPr/>
            <p:nvPr/>
          </p:nvSpPr>
          <p:spPr>
            <a:xfrm>
              <a:off x="0" y="0"/>
              <a:ext cx="100" cy="100"/>
            </a:xfrm>
            <a:custGeom>
              <a:avLst/>
              <a:gdLst/>
              <a:ahLst/>
              <a:cxnLst/>
              <a:rect l="0" t="0" r="100" b="100"/>
              <a:pathLst>
                <a:path w="100" h="100" fill="none">
                  <a:moveTo>
                    <a:pt x="36" y="16"/>
                  </a:moveTo>
                  <a:lnTo>
                    <a:pt x="64" y="16"/>
                  </a:lnTo>
                  <a:lnTo>
                    <a:pt x="64" y="84"/>
                  </a:lnTo>
                  <a:lnTo>
                    <a:pt x="36" y="84"/>
                  </a:lnTo>
                  <a:close/>
                  <a:moveTo>
                    <a:pt x="44" y="22"/>
                  </a:moveTo>
                  <a:lnTo>
                    <a:pt x="56" y="22"/>
                  </a:lnTo>
                </a:path>
              </a:pathLst>
            </a:custGeom>
            <a:noFill/>
            <a:ln w="33020" cap="rnd">
              <a:solidFill>
                <a:srgbClr val="FF7A00"/>
              </a:solidFill>
              <a:round/>
            </a:ln>
          </p:spPr>
          <p:txBody>
            <a:bodyPr/>
            <a:lstStyle/>
            <a:p>
              <a:endParaRPr/>
            </a:p>
          </p:txBody>
        </p:sp>
        <p:sp>
          <p:nvSpPr>
            <p:cNvPr id="18" name="e"/>
            <p:cNvSpPr/>
            <p:nvPr/>
          </p:nvSpPr>
          <p:spPr>
            <a:xfrm>
              <a:off x="47" y="73"/>
              <a:ext cx="6" cy="6"/>
            </a:xfrm>
            <a:prstGeom prst="ellipse">
              <a:avLst/>
            </a:prstGeom>
            <a:solidFill>
              <a:srgbClr val="FF7A00"/>
            </a:solidFill>
            <a:ln>
              <a:noFill/>
            </a:ln>
          </p:spPr>
          <p:txBody>
            <a:bodyPr/>
            <a:lstStyle/>
            <a:p>
              <a:endParaRPr/>
            </a:p>
          </p:txBody>
        </p:sp>
      </p:grpSp>
      <p:sp>
        <p:nvSpPr>
          <p:cNvPr id="200247" name="TextBox 200246"/>
          <p:cNvSpPr txBox="1"/>
          <p:nvPr/>
        </p:nvSpPr>
        <p:spPr>
          <a:xfrm>
            <a:off x="3950208" y="2120144"/>
            <a:ext cx="1810512" cy="153888"/>
          </a:xfrm>
          <a:prstGeom prst="rect">
            <a:avLst/>
          </a:prstGeom>
          <a:noFill/>
        </p:spPr>
        <p:txBody>
          <a:bodyPr wrap="square" lIns="0" tIns="0" rIns="0" bIns="0">
            <a:spAutoFit/>
          </a:bodyPr>
          <a:lstStyle/>
          <a:p>
            <a:pPr algn="l"/>
            <a:r>
              <a:rPr lang="en-US" sz="1000" b="1">
                <a:solidFill>
                  <a:srgbClr val="0A0A0A"/>
                </a:solidFill>
                <a:latin typeface="Aptos Display"/>
              </a:rPr>
              <a:t>Bank &amp; Aggregator Tie-Ups</a:t>
            </a:r>
            <a:endParaRPr sz="1000" b="1">
              <a:solidFill>
                <a:srgbClr val="0A0A0A"/>
              </a:solidFill>
              <a:latin typeface="Aptos Display"/>
            </a:endParaRPr>
          </a:p>
        </p:txBody>
      </p:sp>
      <p:sp>
        <p:nvSpPr>
          <p:cNvPr id="200248" name="TextBox 200247"/>
          <p:cNvSpPr txBox="1"/>
          <p:nvPr/>
        </p:nvSpPr>
        <p:spPr>
          <a:xfrm>
            <a:off x="3438144" y="2650496"/>
            <a:ext cx="2304288" cy="246221"/>
          </a:xfrm>
          <a:prstGeom prst="rect">
            <a:avLst/>
          </a:prstGeom>
          <a:noFill/>
        </p:spPr>
        <p:txBody>
          <a:bodyPr wrap="square" lIns="0" tIns="0" rIns="0" bIns="0">
            <a:spAutoFit/>
          </a:bodyPr>
          <a:lstStyle/>
          <a:p>
            <a:pPr algn="l"/>
            <a:r>
              <a:rPr lang="en-US" sz="800" b="0">
                <a:solidFill>
                  <a:srgbClr val="4A4A4A"/>
                </a:solidFill>
                <a:latin typeface="Aptos"/>
              </a:rPr>
              <a:t>The right sponsor bank, aggregator and processor for your model — introduced and integrated.</a:t>
            </a:r>
            <a:endParaRPr sz="800" b="0">
              <a:solidFill>
                <a:srgbClr val="4A4A4A"/>
              </a:solidFill>
              <a:latin typeface="Aptos"/>
            </a:endParaRPr>
          </a:p>
        </p:txBody>
      </p:sp>
      <p:sp>
        <p:nvSpPr>
          <p:cNvPr id="200249" name="Rounded Rectangle 200248"/>
          <p:cNvSpPr/>
          <p:nvPr/>
        </p:nvSpPr>
        <p:spPr>
          <a:xfrm>
            <a:off x="6053328" y="1992128"/>
            <a:ext cx="2633472" cy="1042416"/>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50" name="Rectangle 200249"/>
          <p:cNvSpPr/>
          <p:nvPr/>
        </p:nvSpPr>
        <p:spPr>
          <a:xfrm>
            <a:off x="6053328" y="2120144"/>
            <a:ext cx="50292" cy="786384"/>
          </a:xfrm>
          <a:prstGeom prst="rect">
            <a:avLst/>
          </a:prstGeom>
          <a:solidFill>
            <a:srgbClr val="E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51" name="Rounded Rectangle 200250"/>
          <p:cNvSpPr/>
          <p:nvPr/>
        </p:nvSpPr>
        <p:spPr>
          <a:xfrm>
            <a:off x="6236208" y="2120144"/>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9" name="icon-chart"/>
          <p:cNvGrpSpPr/>
          <p:nvPr/>
        </p:nvGrpSpPr>
        <p:grpSpPr>
          <a:xfrm>
            <a:off x="6332769" y="2216705"/>
            <a:ext cx="209215" cy="209215"/>
            <a:chOff x="0" y="0"/>
            <a:chExt cx="100" cy="100"/>
          </a:xfrm>
        </p:grpSpPr>
        <p:sp>
          <p:nvSpPr>
            <p:cNvPr id="20" name="g"/>
            <p:cNvSpPr/>
            <p:nvPr/>
          </p:nvSpPr>
          <p:spPr>
            <a:xfrm>
              <a:off x="0" y="0"/>
              <a:ext cx="100" cy="100"/>
            </a:xfrm>
            <a:custGeom>
              <a:avLst/>
              <a:gdLst/>
              <a:ahLst/>
              <a:cxnLst/>
              <a:rect l="0" t="0" r="100" b="100"/>
              <a:pathLst>
                <a:path w="100" h="100" fill="none">
                  <a:moveTo>
                    <a:pt x="24" y="22"/>
                  </a:moveTo>
                  <a:lnTo>
                    <a:pt x="24" y="80"/>
                  </a:lnTo>
                  <a:lnTo>
                    <a:pt x="82" y="80"/>
                  </a:lnTo>
                  <a:moveTo>
                    <a:pt x="34" y="58"/>
                  </a:moveTo>
                  <a:lnTo>
                    <a:pt x="34" y="80"/>
                  </a:lnTo>
                  <a:moveTo>
                    <a:pt x="50" y="44"/>
                  </a:moveTo>
                  <a:lnTo>
                    <a:pt x="50" y="80"/>
                  </a:lnTo>
                  <a:moveTo>
                    <a:pt x="66" y="32"/>
                  </a:moveTo>
                  <a:lnTo>
                    <a:pt x="66" y="80"/>
                  </a:lnTo>
                  <a:moveTo>
                    <a:pt x="30" y="58"/>
                  </a:moveTo>
                  <a:lnTo>
                    <a:pt x="38" y="58"/>
                  </a:lnTo>
                  <a:moveTo>
                    <a:pt x="46" y="44"/>
                  </a:moveTo>
                  <a:lnTo>
                    <a:pt x="54" y="44"/>
                  </a:lnTo>
                  <a:moveTo>
                    <a:pt x="62" y="32"/>
                  </a:moveTo>
                  <a:lnTo>
                    <a:pt x="70" y="32"/>
                  </a:lnTo>
                </a:path>
              </a:pathLst>
            </a:custGeom>
            <a:noFill/>
            <a:ln w="33020" cap="rnd">
              <a:solidFill>
                <a:srgbClr val="E8862B"/>
              </a:solidFill>
              <a:round/>
            </a:ln>
          </p:spPr>
          <p:txBody>
            <a:bodyPr/>
            <a:lstStyle/>
            <a:p>
              <a:endParaRPr/>
            </a:p>
          </p:txBody>
        </p:sp>
      </p:grpSp>
      <p:sp>
        <p:nvSpPr>
          <p:cNvPr id="200252" name="TextBox 200251"/>
          <p:cNvSpPr txBox="1"/>
          <p:nvPr/>
        </p:nvSpPr>
        <p:spPr>
          <a:xfrm>
            <a:off x="6748272" y="2120144"/>
            <a:ext cx="1810512" cy="153888"/>
          </a:xfrm>
          <a:prstGeom prst="rect">
            <a:avLst/>
          </a:prstGeom>
          <a:noFill/>
        </p:spPr>
        <p:txBody>
          <a:bodyPr wrap="square" lIns="0" tIns="0" rIns="0" bIns="0">
            <a:spAutoFit/>
          </a:bodyPr>
          <a:lstStyle/>
          <a:p>
            <a:pPr algn="l"/>
            <a:r>
              <a:rPr lang="en-US" sz="1000" b="1">
                <a:solidFill>
                  <a:srgbClr val="0A0A0A"/>
                </a:solidFill>
                <a:latin typeface="Aptos Display"/>
              </a:rPr>
              <a:t>Compliance &amp; Certification</a:t>
            </a:r>
            <a:endParaRPr sz="1000" b="1">
              <a:solidFill>
                <a:srgbClr val="0A0A0A"/>
              </a:solidFill>
              <a:latin typeface="Aptos Display"/>
            </a:endParaRPr>
          </a:p>
        </p:txBody>
      </p:sp>
      <p:sp>
        <p:nvSpPr>
          <p:cNvPr id="200253" name="TextBox 200252"/>
          <p:cNvSpPr txBox="1"/>
          <p:nvPr/>
        </p:nvSpPr>
        <p:spPr>
          <a:xfrm>
            <a:off x="6236208" y="2650496"/>
            <a:ext cx="2304288" cy="246221"/>
          </a:xfrm>
          <a:prstGeom prst="rect">
            <a:avLst/>
          </a:prstGeom>
          <a:noFill/>
        </p:spPr>
        <p:txBody>
          <a:bodyPr wrap="square" lIns="0" tIns="0" rIns="0" bIns="0">
            <a:spAutoFit/>
          </a:bodyPr>
          <a:lstStyle/>
          <a:p>
            <a:pPr algn="l"/>
            <a:r>
              <a:rPr lang="en-US" sz="800" b="0">
                <a:solidFill>
                  <a:srgbClr val="4A4A4A"/>
                </a:solidFill>
                <a:latin typeface="Aptos"/>
              </a:rPr>
              <a:t>Bank compliance, security audits and final go-live certifications, guided end to end.</a:t>
            </a:r>
            <a:endParaRPr sz="800" b="0">
              <a:solidFill>
                <a:srgbClr val="4A4A4A"/>
              </a:solidFill>
              <a:latin typeface="Aptos"/>
            </a:endParaRPr>
          </a:p>
        </p:txBody>
      </p:sp>
      <p:sp>
        <p:nvSpPr>
          <p:cNvPr id="200254" name="TextBox 200253"/>
          <p:cNvSpPr txBox="1"/>
          <p:nvPr/>
        </p:nvSpPr>
        <p:spPr>
          <a:xfrm>
            <a:off x="457200" y="3162560"/>
            <a:ext cx="5486400" cy="123111"/>
          </a:xfrm>
          <a:prstGeom prst="rect">
            <a:avLst/>
          </a:prstGeom>
          <a:noFill/>
        </p:spPr>
        <p:txBody>
          <a:bodyPr wrap="square" lIns="0" tIns="0" rIns="0" bIns="0">
            <a:spAutoFit/>
          </a:bodyPr>
          <a:lstStyle/>
          <a:p>
            <a:pPr algn="l"/>
            <a:r>
              <a:rPr lang="en-US" sz="800" b="1" spc="120">
                <a:solidFill>
                  <a:srgbClr val="F57C1F"/>
                </a:solidFill>
                <a:latin typeface="Aptos"/>
              </a:rPr>
              <a:t>READINESS CHECKLIST</a:t>
            </a:r>
            <a:endParaRPr sz="800" b="1" spc="120">
              <a:solidFill>
                <a:srgbClr val="F57C1F"/>
              </a:solidFill>
              <a:latin typeface="Aptos"/>
            </a:endParaRPr>
          </a:p>
        </p:txBody>
      </p:sp>
      <p:sp>
        <p:nvSpPr>
          <p:cNvPr id="200255" name="Rounded Rectangle 200254"/>
          <p:cNvSpPr/>
          <p:nvPr/>
        </p:nvSpPr>
        <p:spPr>
          <a:xfrm>
            <a:off x="457200" y="3382016"/>
            <a:ext cx="2633472" cy="621792"/>
          </a:xfrm>
          <a:prstGeom prst="roundRect">
            <a:avLst>
              <a:gd name="adj" fmla="val 10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56" name="Rounded Rectangle 200255"/>
          <p:cNvSpPr/>
          <p:nvPr/>
        </p:nvSpPr>
        <p:spPr>
          <a:xfrm>
            <a:off x="603504" y="3528320"/>
            <a:ext cx="329184" cy="329184"/>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1" name="icon-bolt"/>
          <p:cNvGrpSpPr/>
          <p:nvPr/>
        </p:nvGrpSpPr>
        <p:grpSpPr>
          <a:xfrm>
            <a:off x="682508" y="3607324"/>
            <a:ext cx="171176" cy="171176"/>
            <a:chOff x="0" y="0"/>
            <a:chExt cx="100" cy="100"/>
          </a:xfrm>
        </p:grpSpPr>
        <p:sp>
          <p:nvSpPr>
            <p:cNvPr id="22" name="g"/>
            <p:cNvSpPr/>
            <p:nvPr/>
          </p:nvSpPr>
          <p:spPr>
            <a:xfrm>
              <a:off x="0" y="0"/>
              <a:ext cx="100" cy="100"/>
            </a:xfrm>
            <a:custGeom>
              <a:avLst/>
              <a:gdLst/>
              <a:ahLst/>
              <a:cxnLst/>
              <a:rect l="0" t="0" r="100" b="100"/>
              <a:pathLst>
                <a:path w="100" h="100" fill="none">
                  <a:moveTo>
                    <a:pt x="54" y="16"/>
                  </a:moveTo>
                  <a:lnTo>
                    <a:pt x="30" y="56"/>
                  </a:lnTo>
                  <a:lnTo>
                    <a:pt x="47" y="56"/>
                  </a:lnTo>
                  <a:lnTo>
                    <a:pt x="43" y="84"/>
                  </a:lnTo>
                  <a:lnTo>
                    <a:pt x="72" y="42"/>
                  </a:lnTo>
                  <a:lnTo>
                    <a:pt x="53" y="42"/>
                  </a:lnTo>
                  <a:close/>
                </a:path>
              </a:pathLst>
            </a:custGeom>
            <a:noFill/>
            <a:ln w="33020" cap="rnd">
              <a:solidFill>
                <a:srgbClr val="F57C1F"/>
              </a:solidFill>
              <a:round/>
            </a:ln>
          </p:spPr>
          <p:txBody>
            <a:bodyPr/>
            <a:lstStyle/>
            <a:p>
              <a:endParaRPr/>
            </a:p>
          </p:txBody>
        </p:sp>
      </p:grpSp>
      <p:sp>
        <p:nvSpPr>
          <p:cNvPr id="200257" name="TextBox 200256"/>
          <p:cNvSpPr txBox="1"/>
          <p:nvPr/>
        </p:nvSpPr>
        <p:spPr>
          <a:xfrm>
            <a:off x="1060704" y="3400304"/>
            <a:ext cx="1901952" cy="161583"/>
          </a:xfrm>
          <a:prstGeom prst="rect">
            <a:avLst/>
          </a:prstGeom>
          <a:noFill/>
        </p:spPr>
        <p:txBody>
          <a:bodyPr wrap="square" lIns="0" tIns="0" rIns="0" bIns="0">
            <a:spAutoFit/>
          </a:bodyPr>
          <a:lstStyle/>
          <a:p>
            <a:pPr algn="l"/>
            <a:r>
              <a:rPr lang="en-US" sz="1050" b="1">
                <a:solidFill>
                  <a:srgbClr val="0A0A0A"/>
                </a:solidFill>
                <a:latin typeface="Aptos Display"/>
              </a:rPr>
              <a:t>Partner vs Build</a:t>
            </a:r>
            <a:endParaRPr sz="1050" b="1">
              <a:solidFill>
                <a:srgbClr val="0A0A0A"/>
              </a:solidFill>
              <a:latin typeface="Aptos Display"/>
            </a:endParaRPr>
          </a:p>
        </p:txBody>
      </p:sp>
      <p:sp>
        <p:nvSpPr>
          <p:cNvPr id="200258" name="TextBox 200257"/>
          <p:cNvSpPr txBox="1"/>
          <p:nvPr/>
        </p:nvSpPr>
        <p:spPr>
          <a:xfrm>
            <a:off x="1060704" y="3692912"/>
            <a:ext cx="1901952" cy="123111"/>
          </a:xfrm>
          <a:prstGeom prst="rect">
            <a:avLst/>
          </a:prstGeom>
          <a:noFill/>
        </p:spPr>
        <p:txBody>
          <a:bodyPr wrap="square" lIns="0" tIns="0" rIns="0" bIns="0">
            <a:spAutoFit/>
          </a:bodyPr>
          <a:lstStyle/>
          <a:p>
            <a:pPr algn="l"/>
            <a:r>
              <a:rPr lang="en-US" sz="800" b="0">
                <a:solidFill>
                  <a:srgbClr val="4A4A4A"/>
                </a:solidFill>
                <a:latin typeface="Aptos"/>
              </a:rPr>
              <a:t>Weeks with ZentiqOne, 6–12+ months in-house</a:t>
            </a:r>
            <a:endParaRPr sz="800" b="0">
              <a:solidFill>
                <a:srgbClr val="4A4A4A"/>
              </a:solidFill>
              <a:latin typeface="Aptos"/>
            </a:endParaRPr>
          </a:p>
        </p:txBody>
      </p:sp>
      <p:sp>
        <p:nvSpPr>
          <p:cNvPr id="200259" name="Rounded Rectangle 200258"/>
          <p:cNvSpPr/>
          <p:nvPr/>
        </p:nvSpPr>
        <p:spPr>
          <a:xfrm>
            <a:off x="3255264" y="3382016"/>
            <a:ext cx="2633472" cy="621792"/>
          </a:xfrm>
          <a:prstGeom prst="roundRect">
            <a:avLst>
              <a:gd name="adj" fmla="val 10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60" name="Rounded Rectangle 200259"/>
          <p:cNvSpPr/>
          <p:nvPr/>
        </p:nvSpPr>
        <p:spPr>
          <a:xfrm>
            <a:off x="3401568" y="3528320"/>
            <a:ext cx="329184" cy="329184"/>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3" name="icon-target"/>
          <p:cNvGrpSpPr/>
          <p:nvPr/>
        </p:nvGrpSpPr>
        <p:grpSpPr>
          <a:xfrm>
            <a:off x="3480572" y="3607324"/>
            <a:ext cx="171176" cy="171176"/>
            <a:chOff x="0" y="0"/>
            <a:chExt cx="100" cy="100"/>
          </a:xfrm>
        </p:grpSpPr>
        <p:sp>
          <p:nvSpPr>
            <p:cNvPr id="24" name="e"/>
            <p:cNvSpPr/>
            <p:nvPr/>
          </p:nvSpPr>
          <p:spPr>
            <a:xfrm>
              <a:off x="10" y="10"/>
              <a:ext cx="80" cy="80"/>
            </a:xfrm>
            <a:prstGeom prst="ellipse">
              <a:avLst/>
            </a:prstGeom>
            <a:noFill/>
            <a:ln w="33020">
              <a:solidFill>
                <a:srgbClr val="FF7A00"/>
              </a:solidFill>
            </a:ln>
          </p:spPr>
          <p:txBody>
            <a:bodyPr/>
            <a:lstStyle/>
            <a:p>
              <a:endParaRPr/>
            </a:p>
          </p:txBody>
        </p:sp>
        <p:sp>
          <p:nvSpPr>
            <p:cNvPr id="25" name="e"/>
            <p:cNvSpPr/>
            <p:nvPr/>
          </p:nvSpPr>
          <p:spPr>
            <a:xfrm>
              <a:off x="28" y="28"/>
              <a:ext cx="44" cy="44"/>
            </a:xfrm>
            <a:prstGeom prst="ellipse">
              <a:avLst/>
            </a:prstGeom>
            <a:noFill/>
            <a:ln w="33020">
              <a:solidFill>
                <a:srgbClr val="FF7A00"/>
              </a:solidFill>
            </a:ln>
          </p:spPr>
          <p:txBody>
            <a:bodyPr/>
            <a:lstStyle/>
            <a:p>
              <a:endParaRPr/>
            </a:p>
          </p:txBody>
        </p:sp>
        <p:sp>
          <p:nvSpPr>
            <p:cNvPr id="26" name="e"/>
            <p:cNvSpPr/>
            <p:nvPr/>
          </p:nvSpPr>
          <p:spPr>
            <a:xfrm>
              <a:off x="44" y="44"/>
              <a:ext cx="12" cy="12"/>
            </a:xfrm>
            <a:prstGeom prst="ellipse">
              <a:avLst/>
            </a:prstGeom>
            <a:solidFill>
              <a:srgbClr val="FF7A00"/>
            </a:solidFill>
            <a:ln>
              <a:noFill/>
            </a:ln>
          </p:spPr>
          <p:txBody>
            <a:bodyPr/>
            <a:lstStyle/>
            <a:p>
              <a:endParaRPr/>
            </a:p>
          </p:txBody>
        </p:sp>
      </p:grpSp>
      <p:sp>
        <p:nvSpPr>
          <p:cNvPr id="200261" name="TextBox 200260"/>
          <p:cNvSpPr txBox="1"/>
          <p:nvPr/>
        </p:nvSpPr>
        <p:spPr>
          <a:xfrm>
            <a:off x="3858768" y="3400304"/>
            <a:ext cx="1901952" cy="161583"/>
          </a:xfrm>
          <a:prstGeom prst="rect">
            <a:avLst/>
          </a:prstGeom>
          <a:noFill/>
        </p:spPr>
        <p:txBody>
          <a:bodyPr wrap="square" lIns="0" tIns="0" rIns="0" bIns="0">
            <a:spAutoFit/>
          </a:bodyPr>
          <a:lstStyle/>
          <a:p>
            <a:pPr algn="l"/>
            <a:r>
              <a:rPr lang="en-US" sz="1050" b="1">
                <a:solidFill>
                  <a:srgbClr val="0A0A0A"/>
                </a:solidFill>
                <a:latin typeface="Aptos Display"/>
              </a:rPr>
              <a:t>Regulatory Licensing</a:t>
            </a:r>
            <a:endParaRPr sz="1050" b="1">
              <a:solidFill>
                <a:srgbClr val="0A0A0A"/>
              </a:solidFill>
              <a:latin typeface="Aptos Display"/>
            </a:endParaRPr>
          </a:p>
        </p:txBody>
      </p:sp>
      <p:sp>
        <p:nvSpPr>
          <p:cNvPr id="200262" name="TextBox 200261"/>
          <p:cNvSpPr txBox="1"/>
          <p:nvPr/>
        </p:nvSpPr>
        <p:spPr>
          <a:xfrm>
            <a:off x="3858768" y="3692912"/>
            <a:ext cx="1901952" cy="123111"/>
          </a:xfrm>
          <a:prstGeom prst="rect">
            <a:avLst/>
          </a:prstGeom>
          <a:noFill/>
        </p:spPr>
        <p:txBody>
          <a:bodyPr wrap="square" lIns="0" tIns="0" rIns="0" bIns="0">
            <a:spAutoFit/>
          </a:bodyPr>
          <a:lstStyle/>
          <a:p>
            <a:pPr algn="l"/>
            <a:r>
              <a:rPr lang="en-US" sz="800" b="0">
                <a:solidFill>
                  <a:srgbClr val="4A4A4A"/>
                </a:solidFill>
                <a:latin typeface="Aptos"/>
              </a:rPr>
              <a:t>PA/PG, PPI or NBFC status — or operate as a TSP</a:t>
            </a:r>
            <a:endParaRPr sz="800" b="0">
              <a:solidFill>
                <a:srgbClr val="4A4A4A"/>
              </a:solidFill>
              <a:latin typeface="Aptos"/>
            </a:endParaRPr>
          </a:p>
        </p:txBody>
      </p:sp>
      <p:sp>
        <p:nvSpPr>
          <p:cNvPr id="200263" name="Rounded Rectangle 200262"/>
          <p:cNvSpPr/>
          <p:nvPr/>
        </p:nvSpPr>
        <p:spPr>
          <a:xfrm>
            <a:off x="6053328" y="3382016"/>
            <a:ext cx="2633472" cy="621792"/>
          </a:xfrm>
          <a:prstGeom prst="roundRect">
            <a:avLst>
              <a:gd name="adj" fmla="val 10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64" name="Rounded Rectangle 200263"/>
          <p:cNvSpPr/>
          <p:nvPr/>
        </p:nvSpPr>
        <p:spPr>
          <a:xfrm>
            <a:off x="6199632" y="3528320"/>
            <a:ext cx="329184" cy="329184"/>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66" name="TextBox 200265"/>
          <p:cNvSpPr txBox="1"/>
          <p:nvPr/>
        </p:nvSpPr>
        <p:spPr>
          <a:xfrm>
            <a:off x="6656832" y="3692912"/>
            <a:ext cx="1901952" cy="123111"/>
          </a:xfrm>
          <a:prstGeom prst="rect">
            <a:avLst/>
          </a:prstGeom>
          <a:noFill/>
        </p:spPr>
        <p:txBody>
          <a:bodyPr wrap="square" lIns="0" tIns="0" rIns="0" bIns="0">
            <a:spAutoFit/>
          </a:bodyPr>
          <a:lstStyle/>
          <a:p>
            <a:pPr algn="l"/>
            <a:r>
              <a:rPr lang="en-US" sz="800" b="0">
                <a:solidFill>
                  <a:srgbClr val="4A4A4A"/>
                </a:solidFill>
                <a:latin typeface="Aptos"/>
              </a:rPr>
              <a:t>Only licensed banks hold and settle funds</a:t>
            </a:r>
            <a:endParaRPr sz="800" b="0">
              <a:solidFill>
                <a:srgbClr val="4A4A4A"/>
              </a:solidFill>
              <a:latin typeface="Aptos"/>
            </a:endParaRPr>
          </a:p>
        </p:txBody>
      </p:sp>
      <p:sp>
        <p:nvSpPr>
          <p:cNvPr id="200267" name="Rounded Rectangle 200266"/>
          <p:cNvSpPr/>
          <p:nvPr/>
        </p:nvSpPr>
        <p:spPr>
          <a:xfrm>
            <a:off x="457200" y="4150112"/>
            <a:ext cx="8229600" cy="512064"/>
          </a:xfrm>
          <a:prstGeom prst="roundRect">
            <a:avLst>
              <a:gd name="adj" fmla="val 14000"/>
            </a:avLst>
          </a:prstGeom>
          <a:solidFill>
            <a:srgbClr val="FAFAFA"/>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68" name="Rectangle 200267"/>
          <p:cNvSpPr/>
          <p:nvPr/>
        </p:nvSpPr>
        <p:spPr>
          <a:xfrm>
            <a:off x="457200" y="4241552"/>
            <a:ext cx="41148" cy="329184"/>
          </a:xfrm>
          <a:prstGeom prst="rect">
            <a:avLst/>
          </a:prstGeom>
          <a:solidFill>
            <a:srgbClr val="F57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69" name="TextBox 200268"/>
          <p:cNvSpPr txBox="1"/>
          <p:nvPr/>
        </p:nvSpPr>
        <p:spPr>
          <a:xfrm>
            <a:off x="658368" y="4223264"/>
            <a:ext cx="7863840" cy="115416"/>
          </a:xfrm>
          <a:prstGeom prst="rect">
            <a:avLst/>
          </a:prstGeom>
          <a:noFill/>
        </p:spPr>
        <p:txBody>
          <a:bodyPr wrap="square" lIns="0" tIns="0" rIns="0" bIns="0">
            <a:spAutoFit/>
          </a:bodyPr>
          <a:lstStyle/>
          <a:p>
            <a:pPr algn="l"/>
            <a:r>
              <a:rPr lang="en-US" sz="750" b="1" spc="120">
                <a:solidFill>
                  <a:srgbClr val="F57C1F"/>
                </a:solidFill>
                <a:latin typeface="Aptos"/>
              </a:rPr>
              <a:t>WHY IT MATTERS</a:t>
            </a:r>
            <a:endParaRPr sz="750" b="1" spc="120">
              <a:solidFill>
                <a:srgbClr val="F57C1F"/>
              </a:solidFill>
              <a:latin typeface="Aptos"/>
            </a:endParaRPr>
          </a:p>
        </p:txBody>
      </p:sp>
      <p:sp>
        <p:nvSpPr>
          <p:cNvPr id="200270" name="TextBox 200269"/>
          <p:cNvSpPr txBox="1"/>
          <p:nvPr/>
        </p:nvSpPr>
        <p:spPr>
          <a:xfrm>
            <a:off x="658368" y="4397000"/>
            <a:ext cx="7863840" cy="148887"/>
          </a:xfrm>
          <a:prstGeom prst="rect">
            <a:avLst/>
          </a:prstGeom>
          <a:noFill/>
        </p:spPr>
        <p:txBody>
          <a:bodyPr wrap="square" lIns="0" tIns="0" rIns="0" bIns="0" anchor="t">
            <a:spAutoFit/>
          </a:bodyPr>
          <a:lstStyle/>
          <a:p>
            <a:pPr>
              <a:lnSpc>
                <a:spcPct val="105000"/>
              </a:lnSpc>
            </a:pPr>
            <a:r>
              <a:rPr lang="en-US" sz="950" b="0">
                <a:solidFill>
                  <a:srgbClr val="0A0A0A"/>
                </a:solidFill>
                <a:latin typeface="Aptos"/>
              </a:rPr>
              <a:t>We build the pipes and clear the certifications — you secure the licence and the sponsor bank, and go live with confidence.</a:t>
            </a:r>
            <a:endParaRPr sz="950" b="0">
              <a:solidFill>
                <a:srgbClr val="121212"/>
              </a:solidFill>
              <a:highlight>
                <a:srgbClr val="FFFFFF"/>
              </a:highlight>
              <a:ea typeface="+mn-lt"/>
              <a:cs typeface="+mn-lt"/>
            </a:endParaRPr>
          </a:p>
        </p:txBody>
      </p:sp>
      <p:sp>
        <p:nvSpPr>
          <p:cNvPr id="28" name="TextBox 27">
            <a:extLst>
              <a:ext uri="{FF2B5EF4-FFF2-40B4-BE49-F238E27FC236}">
                <a16:creationId xmlns:a16="http://schemas.microsoft.com/office/drawing/2014/main" id="{6D1CBECD-5C08-41BB-97B5-E14CB1FE73FD}"/>
              </a:ext>
            </a:extLst>
          </p:cNvPr>
          <p:cNvSpPr txBox="1"/>
          <p:nvPr/>
        </p:nvSpPr>
        <p:spPr>
          <a:xfrm>
            <a:off x="457200" y="4864608"/>
            <a:ext cx="4572000" cy="123111"/>
          </a:xfrm>
          <a:prstGeom prst="rect">
            <a:avLst/>
          </a:prstGeom>
          <a:noFill/>
        </p:spPr>
        <p:txBody>
          <a:bodyPr wrap="square" lIns="0" tIns="0" rIns="0" bIns="0" anchor="t">
            <a:spAutoFit/>
          </a:bodyPr>
          <a:lstStyle/>
          <a:p>
            <a:r>
              <a:rPr lang="en-US" sz="800" err="1">
                <a:solidFill>
                  <a:srgbClr val="4A4A4A"/>
                </a:solidFill>
                <a:latin typeface="Aptos"/>
              </a:rPr>
              <a:t>RazorSharpFocus</a:t>
            </a:r>
            <a:r>
              <a:rPr lang="en-US" sz="800">
                <a:solidFill>
                  <a:srgbClr val="4A4A4A"/>
                </a:solidFill>
                <a:latin typeface="Aptos"/>
              </a:rPr>
              <a:t> Intelligence </a:t>
            </a:r>
            <a:r>
              <a:rPr sz="800" b="0">
                <a:solidFill>
                  <a:srgbClr val="4A4A4A"/>
                </a:solidFill>
                <a:latin typeface="Aptos"/>
              </a:rPr>
              <a:t> Private Limited</a:t>
            </a:r>
            <a:endParaRPr lang="en-US" sz="800" b="0">
              <a:solidFill>
                <a:srgbClr val="4A4A4A"/>
              </a:solidFill>
              <a:latin typeface="Aptos"/>
            </a:endParaRPr>
          </a:p>
        </p:txBody>
      </p:sp>
      <p:sp>
        <p:nvSpPr>
          <p:cNvPr id="30" name="TextBox 29">
            <a:extLst>
              <a:ext uri="{FF2B5EF4-FFF2-40B4-BE49-F238E27FC236}">
                <a16:creationId xmlns:a16="http://schemas.microsoft.com/office/drawing/2014/main" id="{F9C81E92-5FFA-411F-B14A-D2F34EE23C00}"/>
              </a:ext>
            </a:extLst>
          </p:cNvPr>
          <p:cNvSpPr txBox="1"/>
          <p:nvPr/>
        </p:nvSpPr>
        <p:spPr>
          <a:xfrm>
            <a:off x="2743200" y="4864608"/>
            <a:ext cx="3657600" cy="123111"/>
          </a:xfrm>
          <a:prstGeom prst="rect">
            <a:avLst/>
          </a:prstGeom>
          <a:noFill/>
        </p:spPr>
        <p:txBody>
          <a:bodyPr wrap="square" lIns="0" tIns="0" rIns="0" bIns="0" anchor="t">
            <a:spAutoFit/>
          </a:bodyPr>
          <a:lstStyle/>
          <a:p>
            <a:pPr algn="ctr"/>
            <a:r>
              <a:rPr lang="en-US" sz="800">
                <a:solidFill>
                  <a:schemeClr val="bg1">
                    <a:lumMod val="49000"/>
                  </a:schemeClr>
                </a:solidFill>
                <a:latin typeface="Calibri"/>
                <a:ea typeface="Calibri"/>
                <a:cs typeface="Calibri"/>
              </a:rPr>
              <a:t>Engineering Intelligent Business Execution</a:t>
            </a:r>
            <a:endParaRPr lang="en-US">
              <a:solidFill>
                <a:schemeClr val="bg1">
                  <a:lumMod val="49000"/>
                </a:schemeClr>
              </a:solidFill>
              <a:ea typeface="Calibri"/>
              <a:cs typeface="Calibri"/>
            </a:endParaRPr>
          </a:p>
        </p:txBody>
      </p:sp>
      <p:sp>
        <p:nvSpPr>
          <p:cNvPr id="200993" name="TextBox 200992"/>
          <p:cNvSpPr txBox="1"/>
          <p:nvPr/>
        </p:nvSpPr>
        <p:spPr>
          <a:xfrm>
            <a:off x="6656832" y="3400304"/>
            <a:ext cx="1901952" cy="274320"/>
          </a:xfrm>
          <a:prstGeom prst="rect">
            <a:avLst/>
          </a:prstGeom>
          <a:noFill/>
        </p:spPr>
        <p:txBody>
          <a:bodyPr wrap="square" lIns="0" tIns="0" rIns="0" bIns="0">
            <a:spAutoFit/>
          </a:bodyPr>
          <a:lstStyle/>
          <a:p>
            <a:pPr algn="l"/>
            <a:r>
              <a:rPr lang="en-US" sz="1050" b="1">
                <a:solidFill>
                  <a:srgbClr val="0A0A0A"/>
                </a:solidFill>
                <a:latin typeface="Aptos Display"/>
              </a:rPr>
              <a:t>Sponsor Bank</a:t>
            </a:r>
            <a:endParaRPr sz="1050" b="1">
              <a:solidFill>
                <a:srgbClr val="0A0A0A"/>
              </a:solidFill>
              <a:latin typeface="Aptos Display"/>
            </a:endParaRPr>
          </a:p>
        </p:txBody>
      </p:sp>
      <p:grpSp>
        <p:nvGrpSpPr>
          <p:cNvPr id="201105" name="icon-chart"/>
          <p:cNvGrpSpPr/>
          <p:nvPr/>
        </p:nvGrpSpPr>
        <p:grpSpPr>
          <a:xfrm>
            <a:off x="6259616" y="3588304"/>
            <a:ext cx="209215" cy="209215"/>
            <a:chOff x="0" y="0"/>
            <a:chExt cx="100" cy="100"/>
          </a:xfrm>
        </p:grpSpPr>
        <p:sp>
          <p:nvSpPr>
            <p:cNvPr id="201106" name="g"/>
            <p:cNvSpPr/>
            <p:nvPr/>
          </p:nvSpPr>
          <p:spPr>
            <a:xfrm>
              <a:off x="0" y="0"/>
              <a:ext cx="100" cy="100"/>
            </a:xfrm>
            <a:custGeom>
              <a:avLst/>
              <a:gdLst/>
              <a:ahLst/>
              <a:cxnLst/>
              <a:rect l="0" t="0" r="100" b="100"/>
              <a:pathLst>
                <a:path w="100" h="100" fill="none">
                  <a:moveTo>
                    <a:pt x="24" y="22"/>
                  </a:moveTo>
                  <a:lnTo>
                    <a:pt x="24" y="80"/>
                  </a:lnTo>
                  <a:lnTo>
                    <a:pt x="82" y="80"/>
                  </a:lnTo>
                  <a:moveTo>
                    <a:pt x="34" y="58"/>
                  </a:moveTo>
                  <a:lnTo>
                    <a:pt x="34" y="80"/>
                  </a:lnTo>
                  <a:moveTo>
                    <a:pt x="50" y="44"/>
                  </a:moveTo>
                  <a:lnTo>
                    <a:pt x="50" y="80"/>
                  </a:lnTo>
                  <a:moveTo>
                    <a:pt x="66" y="32"/>
                  </a:moveTo>
                  <a:lnTo>
                    <a:pt x="66" y="80"/>
                  </a:lnTo>
                  <a:moveTo>
                    <a:pt x="30" y="58"/>
                  </a:moveTo>
                  <a:lnTo>
                    <a:pt x="38" y="58"/>
                  </a:lnTo>
                  <a:moveTo>
                    <a:pt x="46" y="44"/>
                  </a:moveTo>
                  <a:lnTo>
                    <a:pt x="54" y="44"/>
                  </a:lnTo>
                  <a:moveTo>
                    <a:pt x="62" y="32"/>
                  </a:moveTo>
                  <a:lnTo>
                    <a:pt x="70" y="32"/>
                  </a:lnTo>
                </a:path>
              </a:pathLst>
            </a:custGeom>
            <a:noFill/>
            <a:ln w="33020" cap="rnd">
              <a:solidFill>
                <a:srgbClr val="E8862B"/>
              </a:solidFill>
              <a:round/>
            </a:ln>
          </p:spPr>
          <p:txBody>
            <a:bodyPr/>
            <a:lstStyle/>
            <a:p>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0292"/>
          </a:xfrm>
          <a:prstGeom prst="rect">
            <a:avLst/>
          </a:prstGeom>
          <a:gradFill>
            <a:gsLst>
              <a:gs pos="0">
                <a:srgbClr val="F57C1F"/>
              </a:gs>
              <a:gs pos="100000">
                <a:srgbClr val="FF7A00"/>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283464"/>
            <a:ext cx="146304" cy="146304"/>
          </a:xfrm>
          <a:prstGeom prst="roundRect">
            <a:avLst>
              <a:gd name="adj" fmla="val 30000"/>
            </a:avLst>
          </a:prstGeom>
          <a:gradFill>
            <a:gsLst>
              <a:gs pos="0">
                <a:srgbClr val="F57C1F"/>
              </a:gs>
              <a:gs pos="100000">
                <a:srgbClr val="FF7A00"/>
              </a:gs>
            </a:gsLst>
            <a:lin ang="27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94944" y="274320"/>
            <a:ext cx="6949440" cy="153888"/>
          </a:xfrm>
          <a:prstGeom prst="rect">
            <a:avLst/>
          </a:prstGeom>
          <a:noFill/>
        </p:spPr>
        <p:txBody>
          <a:bodyPr wrap="square" lIns="0" tIns="0" rIns="0" bIns="0">
            <a:spAutoFit/>
          </a:bodyPr>
          <a:lstStyle/>
          <a:p>
            <a:pPr algn="l"/>
            <a:r>
              <a:rPr lang="en-US" sz="1000" b="1" spc="180">
                <a:solidFill>
                  <a:srgbClr val="F57C1F"/>
                </a:solidFill>
                <a:latin typeface="Aptos"/>
              </a:rPr>
              <a:t>HOW WE DELIVER</a:t>
            </a:r>
          </a:p>
        </p:txBody>
      </p:sp>
      <p:sp>
        <p:nvSpPr>
          <p:cNvPr id="6" name="TextBox 5"/>
          <p:cNvSpPr txBox="1"/>
          <p:nvPr/>
        </p:nvSpPr>
        <p:spPr>
          <a:xfrm>
            <a:off x="457200" y="584990"/>
            <a:ext cx="8229600" cy="338554"/>
          </a:xfrm>
          <a:prstGeom prst="rect">
            <a:avLst/>
          </a:prstGeom>
          <a:noFill/>
        </p:spPr>
        <p:txBody>
          <a:bodyPr wrap="square" lIns="0" tIns="0" rIns="0" bIns="0" anchor="b">
            <a:spAutoFit/>
          </a:bodyPr>
          <a:lstStyle/>
          <a:p>
            <a:pPr algn="l"/>
            <a:r>
              <a:rPr lang="en-US" sz="2200" b="1">
                <a:solidFill>
                  <a:srgbClr val="0A0A0A"/>
                </a:solidFill>
                <a:latin typeface="Aptos Display"/>
              </a:rPr>
              <a:t>From Idea to Live Transactions</a:t>
            </a:r>
          </a:p>
        </p:txBody>
      </p:sp>
      <p:sp>
        <p:nvSpPr>
          <p:cNvPr id="7" name="TextBox 6"/>
          <p:cNvSpPr txBox="1"/>
          <p:nvPr/>
        </p:nvSpPr>
        <p:spPr>
          <a:xfrm>
            <a:off x="457200" y="905256"/>
            <a:ext cx="8229600" cy="176972"/>
          </a:xfrm>
          <a:prstGeom prst="rect">
            <a:avLst/>
          </a:prstGeom>
          <a:noFill/>
        </p:spPr>
        <p:txBody>
          <a:bodyPr wrap="square" lIns="0" tIns="0" rIns="0" bIns="0">
            <a:spAutoFit/>
          </a:bodyPr>
          <a:lstStyle/>
          <a:p>
            <a:pPr algn="l"/>
            <a:r>
              <a:rPr lang="en-US" sz="1150" b="0">
                <a:solidFill>
                  <a:srgbClr val="4A4A4A"/>
                </a:solidFill>
                <a:latin typeface="Aptos"/>
              </a:rPr>
              <a:t>A disciplined, eight-stage path from first conversation to money moving in production.</a:t>
            </a:r>
          </a:p>
        </p:txBody>
      </p:sp>
      <p:cxnSp>
        <p:nvCxnSpPr>
          <p:cNvPr id="8" name="Connector 7"/>
          <p:cNvCxnSpPr/>
          <p:nvPr/>
        </p:nvCxnSpPr>
        <p:spPr>
          <a:xfrm>
            <a:off x="457200" y="4828032"/>
            <a:ext cx="8229600" cy="0"/>
          </a:xfrm>
          <a:prstGeom prst="line">
            <a:avLst/>
          </a:prstGeom>
          <a:ln w="9525">
            <a:solidFill>
              <a:srgbClr val="E6E6E6"/>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589520" y="4864608"/>
            <a:ext cx="1097280" cy="123111"/>
          </a:xfrm>
          <a:prstGeom prst="rect">
            <a:avLst/>
          </a:prstGeom>
          <a:noFill/>
        </p:spPr>
        <p:txBody>
          <a:bodyPr wrap="square" lIns="0" tIns="0" rIns="0" bIns="0">
            <a:spAutoFit/>
          </a:bodyPr>
          <a:lstStyle/>
          <a:p>
            <a:pPr algn="r"/>
            <a:r>
              <a:rPr lang="en-US" sz="800" b="0">
                <a:solidFill>
                  <a:srgbClr val="4A4A4A"/>
                </a:solidFill>
                <a:latin typeface="Aptos"/>
              </a:rPr>
              <a:t>08 / 11</a:t>
            </a:r>
          </a:p>
        </p:txBody>
      </p:sp>
      <p:sp>
        <p:nvSpPr>
          <p:cNvPr id="12" name="Rounded Rectangle 11"/>
          <p:cNvSpPr/>
          <p:nvPr/>
        </p:nvSpPr>
        <p:spPr>
          <a:xfrm>
            <a:off x="457200" y="1554480"/>
            <a:ext cx="1004697" cy="960120"/>
          </a:xfrm>
          <a:prstGeom prst="roundRect">
            <a:avLst>
              <a:gd name="adj" fmla="val 10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49236" y="1673352"/>
            <a:ext cx="420624" cy="420624"/>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00280" name="icon-target"/>
          <p:cNvGrpSpPr/>
          <p:nvPr/>
        </p:nvGrpSpPr>
        <p:grpSpPr>
          <a:xfrm>
            <a:off x="872058" y="1796174"/>
            <a:ext cx="174979" cy="174979"/>
            <a:chOff x="10" y="10"/>
            <a:chExt cx="80" cy="80"/>
          </a:xfrm>
        </p:grpSpPr>
        <p:sp>
          <p:nvSpPr>
            <p:cNvPr id="200281" name="e"/>
            <p:cNvSpPr/>
            <p:nvPr/>
          </p:nvSpPr>
          <p:spPr>
            <a:xfrm>
              <a:off x="10" y="10"/>
              <a:ext cx="80" cy="80"/>
            </a:xfrm>
            <a:prstGeom prst="ellipse">
              <a:avLst/>
            </a:prstGeom>
            <a:noFill/>
            <a:ln w="33020">
              <a:solidFill>
                <a:srgbClr val="4A4A4A"/>
              </a:solidFill>
            </a:ln>
          </p:spPr>
          <p:txBody>
            <a:bodyPr/>
            <a:lstStyle/>
            <a:p>
              <a:endParaRPr/>
            </a:p>
          </p:txBody>
        </p:sp>
        <p:sp>
          <p:nvSpPr>
            <p:cNvPr id="200282" name="e"/>
            <p:cNvSpPr/>
            <p:nvPr/>
          </p:nvSpPr>
          <p:spPr>
            <a:xfrm>
              <a:off x="28" y="28"/>
              <a:ext cx="44" cy="44"/>
            </a:xfrm>
            <a:prstGeom prst="ellipse">
              <a:avLst/>
            </a:prstGeom>
            <a:noFill/>
            <a:ln w="33020">
              <a:solidFill>
                <a:srgbClr val="4A4A4A"/>
              </a:solidFill>
            </a:ln>
          </p:spPr>
          <p:txBody>
            <a:bodyPr/>
            <a:lstStyle/>
            <a:p>
              <a:endParaRPr/>
            </a:p>
          </p:txBody>
        </p:sp>
        <p:sp>
          <p:nvSpPr>
            <p:cNvPr id="200283" name="e"/>
            <p:cNvSpPr/>
            <p:nvPr/>
          </p:nvSpPr>
          <p:spPr>
            <a:xfrm>
              <a:off x="44" y="44"/>
              <a:ext cx="12" cy="12"/>
            </a:xfrm>
            <a:prstGeom prst="ellipse">
              <a:avLst/>
            </a:prstGeom>
            <a:solidFill>
              <a:srgbClr val="4A4A4A"/>
            </a:solidFill>
            <a:ln>
              <a:noFill/>
            </a:ln>
          </p:spPr>
          <p:txBody>
            <a:bodyPr/>
            <a:lstStyle/>
            <a:p>
              <a:endParaRPr/>
            </a:p>
          </p:txBody>
        </p:sp>
      </p:grpSp>
      <p:sp>
        <p:nvSpPr>
          <p:cNvPr id="200284" name="Oval 200283"/>
          <p:cNvSpPr/>
          <p:nvPr/>
        </p:nvSpPr>
        <p:spPr>
          <a:xfrm>
            <a:off x="1315593" y="1481328"/>
            <a:ext cx="256032" cy="256032"/>
          </a:xfrm>
          <a:prstGeom prst="ellipse">
            <a:avLst/>
          </a:prstGeom>
          <a:solidFill>
            <a:srgbClr val="4A4A4A"/>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b="1">
                <a:solidFill>
                  <a:srgbClr val="FFFFFF"/>
                </a:solidFill>
                <a:latin typeface="Aptos"/>
              </a:rPr>
              <a:t>1</a:t>
            </a:r>
          </a:p>
        </p:txBody>
      </p:sp>
      <p:sp>
        <p:nvSpPr>
          <p:cNvPr id="200285" name="TextBox 200284"/>
          <p:cNvSpPr txBox="1"/>
          <p:nvPr/>
        </p:nvSpPr>
        <p:spPr>
          <a:xfrm>
            <a:off x="493776" y="2203704"/>
            <a:ext cx="931545" cy="146194"/>
          </a:xfrm>
          <a:prstGeom prst="rect">
            <a:avLst/>
          </a:prstGeom>
          <a:noFill/>
        </p:spPr>
        <p:txBody>
          <a:bodyPr wrap="square" lIns="0" tIns="0" rIns="0" bIns="0">
            <a:spAutoFit/>
          </a:bodyPr>
          <a:lstStyle/>
          <a:p>
            <a:pPr algn="ctr"/>
            <a:r>
              <a:rPr lang="en-US" sz="950" b="1">
                <a:solidFill>
                  <a:srgbClr val="0A0A0A"/>
                </a:solidFill>
                <a:latin typeface="Aptos Display"/>
              </a:rPr>
              <a:t>Consult</a:t>
            </a:r>
          </a:p>
        </p:txBody>
      </p:sp>
      <p:sp>
        <p:nvSpPr>
          <p:cNvPr id="200286" name="Chevron 200285"/>
          <p:cNvSpPr/>
          <p:nvPr/>
        </p:nvSpPr>
        <p:spPr>
          <a:xfrm>
            <a:off x="1448181" y="1943100"/>
            <a:ext cx="164592" cy="189281"/>
          </a:xfrm>
          <a:prstGeom prst="chevron">
            <a:avLst/>
          </a:prstGeom>
          <a:solidFill>
            <a:srgbClr val="FFA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87" name="Rounded Rectangle 200286"/>
          <p:cNvSpPr/>
          <p:nvPr/>
        </p:nvSpPr>
        <p:spPr>
          <a:xfrm>
            <a:off x="1489329" y="1554480"/>
            <a:ext cx="1004697" cy="960120"/>
          </a:xfrm>
          <a:prstGeom prst="roundRect">
            <a:avLst>
              <a:gd name="adj" fmla="val 10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88" name="Rounded Rectangle 200287"/>
          <p:cNvSpPr/>
          <p:nvPr/>
        </p:nvSpPr>
        <p:spPr>
          <a:xfrm>
            <a:off x="1781366" y="1673352"/>
            <a:ext cx="420624" cy="420624"/>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 name="icon-check"/>
          <p:cNvGrpSpPr/>
          <p:nvPr/>
        </p:nvGrpSpPr>
        <p:grpSpPr>
          <a:xfrm>
            <a:off x="1882315" y="1774302"/>
            <a:ext cx="218724" cy="218724"/>
            <a:chOff x="0" y="0"/>
            <a:chExt cx="100" cy="100"/>
          </a:xfrm>
        </p:grpSpPr>
        <p:sp>
          <p:nvSpPr>
            <p:cNvPr id="15" name="g"/>
            <p:cNvSpPr/>
            <p:nvPr/>
          </p:nvSpPr>
          <p:spPr>
            <a:xfrm>
              <a:off x="0" y="0"/>
              <a:ext cx="100" cy="100"/>
            </a:xfrm>
            <a:custGeom>
              <a:avLst/>
              <a:gdLst/>
              <a:ahLst/>
              <a:cxnLst/>
              <a:rect l="0" t="0" r="100" b="100"/>
              <a:pathLst>
                <a:path w="100" h="100" fill="none">
                  <a:moveTo>
                    <a:pt x="26" y="52"/>
                  </a:moveTo>
                  <a:lnTo>
                    <a:pt x="43" y="70"/>
                  </a:lnTo>
                  <a:lnTo>
                    <a:pt x="76" y="32"/>
                  </a:lnTo>
                </a:path>
              </a:pathLst>
            </a:custGeom>
            <a:noFill/>
            <a:ln w="33020" cap="rnd">
              <a:solidFill>
                <a:srgbClr val="F57C1F"/>
              </a:solidFill>
              <a:round/>
            </a:ln>
          </p:spPr>
          <p:txBody>
            <a:bodyPr/>
            <a:lstStyle/>
            <a:p>
              <a:endParaRPr/>
            </a:p>
          </p:txBody>
        </p:sp>
      </p:grpSp>
      <p:sp>
        <p:nvSpPr>
          <p:cNvPr id="200289" name="Oval 200288"/>
          <p:cNvSpPr/>
          <p:nvPr/>
        </p:nvSpPr>
        <p:spPr>
          <a:xfrm>
            <a:off x="2347722" y="1481328"/>
            <a:ext cx="256032" cy="256032"/>
          </a:xfrm>
          <a:prstGeom prst="ellipse">
            <a:avLst/>
          </a:prstGeom>
          <a:solidFill>
            <a:srgbClr val="F57C1F"/>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b="1">
                <a:solidFill>
                  <a:srgbClr val="FFFFFF"/>
                </a:solidFill>
                <a:latin typeface="Aptos"/>
              </a:rPr>
              <a:t>2</a:t>
            </a:r>
          </a:p>
        </p:txBody>
      </p:sp>
      <p:sp>
        <p:nvSpPr>
          <p:cNvPr id="200290" name="TextBox 200289"/>
          <p:cNvSpPr txBox="1"/>
          <p:nvPr/>
        </p:nvSpPr>
        <p:spPr>
          <a:xfrm>
            <a:off x="1525905" y="2203704"/>
            <a:ext cx="931545" cy="146194"/>
          </a:xfrm>
          <a:prstGeom prst="rect">
            <a:avLst/>
          </a:prstGeom>
          <a:noFill/>
        </p:spPr>
        <p:txBody>
          <a:bodyPr wrap="square" lIns="0" tIns="0" rIns="0" bIns="0">
            <a:spAutoFit/>
          </a:bodyPr>
          <a:lstStyle/>
          <a:p>
            <a:pPr algn="ctr"/>
            <a:r>
              <a:rPr lang="en-US" sz="950" b="1">
                <a:solidFill>
                  <a:srgbClr val="0A0A0A"/>
                </a:solidFill>
                <a:latin typeface="Aptos Display"/>
              </a:rPr>
              <a:t>Design</a:t>
            </a:r>
          </a:p>
        </p:txBody>
      </p:sp>
      <p:sp>
        <p:nvSpPr>
          <p:cNvPr id="200291" name="Chevron 200290"/>
          <p:cNvSpPr/>
          <p:nvPr/>
        </p:nvSpPr>
        <p:spPr>
          <a:xfrm>
            <a:off x="2480310" y="1943100"/>
            <a:ext cx="164592" cy="189281"/>
          </a:xfrm>
          <a:prstGeom prst="chevron">
            <a:avLst/>
          </a:prstGeom>
          <a:solidFill>
            <a:srgbClr val="FFA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92" name="Rounded Rectangle 200291"/>
          <p:cNvSpPr/>
          <p:nvPr/>
        </p:nvSpPr>
        <p:spPr>
          <a:xfrm>
            <a:off x="2521458" y="1554480"/>
            <a:ext cx="1004697" cy="960120"/>
          </a:xfrm>
          <a:prstGeom prst="roundRect">
            <a:avLst>
              <a:gd name="adj" fmla="val 10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93" name="Rounded Rectangle 200292"/>
          <p:cNvSpPr/>
          <p:nvPr/>
        </p:nvSpPr>
        <p:spPr>
          <a:xfrm>
            <a:off x="2813494" y="1673352"/>
            <a:ext cx="420624" cy="420624"/>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6" name="icon-coins"/>
          <p:cNvGrpSpPr/>
          <p:nvPr/>
        </p:nvGrpSpPr>
        <p:grpSpPr>
          <a:xfrm>
            <a:off x="2962564" y="1831171"/>
            <a:ext cx="118112" cy="104988"/>
            <a:chOff x="22" y="26"/>
            <a:chExt cx="54" cy="48"/>
          </a:xfrm>
        </p:grpSpPr>
        <p:sp>
          <p:nvSpPr>
            <p:cNvPr id="17" name="e"/>
            <p:cNvSpPr/>
            <p:nvPr/>
          </p:nvSpPr>
          <p:spPr>
            <a:xfrm>
              <a:off x="22" y="26"/>
              <a:ext cx="32" cy="32"/>
            </a:xfrm>
            <a:prstGeom prst="ellipse">
              <a:avLst/>
            </a:prstGeom>
            <a:noFill/>
            <a:ln w="33020">
              <a:solidFill>
                <a:srgbClr val="FF7A00"/>
              </a:solidFill>
            </a:ln>
          </p:spPr>
          <p:txBody>
            <a:bodyPr/>
            <a:lstStyle/>
            <a:p>
              <a:endParaRPr/>
            </a:p>
          </p:txBody>
        </p:sp>
        <p:sp>
          <p:nvSpPr>
            <p:cNvPr id="18" name="e"/>
            <p:cNvSpPr/>
            <p:nvPr/>
          </p:nvSpPr>
          <p:spPr>
            <a:xfrm>
              <a:off x="44" y="42"/>
              <a:ext cx="32" cy="32"/>
            </a:xfrm>
            <a:prstGeom prst="ellipse">
              <a:avLst/>
            </a:prstGeom>
            <a:noFill/>
            <a:ln w="33020">
              <a:solidFill>
                <a:srgbClr val="FF7A00"/>
              </a:solidFill>
            </a:ln>
          </p:spPr>
          <p:txBody>
            <a:bodyPr/>
            <a:lstStyle/>
            <a:p>
              <a:endParaRPr/>
            </a:p>
          </p:txBody>
        </p:sp>
      </p:grpSp>
      <p:sp>
        <p:nvSpPr>
          <p:cNvPr id="200294" name="Oval 200293"/>
          <p:cNvSpPr/>
          <p:nvPr/>
        </p:nvSpPr>
        <p:spPr>
          <a:xfrm>
            <a:off x="3379851" y="1481328"/>
            <a:ext cx="256032" cy="256032"/>
          </a:xfrm>
          <a:prstGeom prst="ellipse">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b="1">
                <a:solidFill>
                  <a:srgbClr val="FFFFFF"/>
                </a:solidFill>
                <a:latin typeface="Aptos"/>
              </a:rPr>
              <a:t>3</a:t>
            </a:r>
          </a:p>
        </p:txBody>
      </p:sp>
      <p:sp>
        <p:nvSpPr>
          <p:cNvPr id="200295" name="TextBox 200294"/>
          <p:cNvSpPr txBox="1"/>
          <p:nvPr/>
        </p:nvSpPr>
        <p:spPr>
          <a:xfrm>
            <a:off x="2558034" y="2203704"/>
            <a:ext cx="931545" cy="146194"/>
          </a:xfrm>
          <a:prstGeom prst="rect">
            <a:avLst/>
          </a:prstGeom>
          <a:noFill/>
        </p:spPr>
        <p:txBody>
          <a:bodyPr wrap="square" lIns="0" tIns="0" rIns="0" bIns="0">
            <a:spAutoFit/>
          </a:bodyPr>
          <a:lstStyle/>
          <a:p>
            <a:pPr algn="ctr"/>
            <a:r>
              <a:rPr lang="en-US" sz="950" b="1">
                <a:solidFill>
                  <a:srgbClr val="0A0A0A"/>
                </a:solidFill>
                <a:latin typeface="Aptos Display"/>
              </a:rPr>
              <a:t>Build</a:t>
            </a:r>
          </a:p>
        </p:txBody>
      </p:sp>
      <p:sp>
        <p:nvSpPr>
          <p:cNvPr id="200296" name="Chevron 200295"/>
          <p:cNvSpPr/>
          <p:nvPr/>
        </p:nvSpPr>
        <p:spPr>
          <a:xfrm>
            <a:off x="3512439" y="1943100"/>
            <a:ext cx="164592" cy="189281"/>
          </a:xfrm>
          <a:prstGeom prst="chevron">
            <a:avLst/>
          </a:prstGeom>
          <a:solidFill>
            <a:srgbClr val="FFA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97" name="Rounded Rectangle 200296"/>
          <p:cNvSpPr/>
          <p:nvPr/>
        </p:nvSpPr>
        <p:spPr>
          <a:xfrm>
            <a:off x="3553587" y="1554480"/>
            <a:ext cx="1004697" cy="960120"/>
          </a:xfrm>
          <a:prstGeom prst="roundRect">
            <a:avLst>
              <a:gd name="adj" fmla="val 10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98" name="Rounded Rectangle 200297"/>
          <p:cNvSpPr/>
          <p:nvPr/>
        </p:nvSpPr>
        <p:spPr>
          <a:xfrm>
            <a:off x="3845623" y="1673352"/>
            <a:ext cx="420624" cy="420624"/>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9" name="icon-bolt"/>
          <p:cNvGrpSpPr/>
          <p:nvPr/>
        </p:nvGrpSpPr>
        <p:grpSpPr>
          <a:xfrm>
            <a:off x="3946573" y="1774302"/>
            <a:ext cx="218724" cy="218724"/>
            <a:chOff x="0" y="0"/>
            <a:chExt cx="100" cy="100"/>
          </a:xfrm>
        </p:grpSpPr>
        <p:sp>
          <p:nvSpPr>
            <p:cNvPr id="20" name="g"/>
            <p:cNvSpPr/>
            <p:nvPr/>
          </p:nvSpPr>
          <p:spPr>
            <a:xfrm>
              <a:off x="0" y="0"/>
              <a:ext cx="100" cy="100"/>
            </a:xfrm>
            <a:custGeom>
              <a:avLst/>
              <a:gdLst/>
              <a:ahLst/>
              <a:cxnLst/>
              <a:rect l="0" t="0" r="100" b="100"/>
              <a:pathLst>
                <a:path w="100" h="100" fill="none">
                  <a:moveTo>
                    <a:pt x="54" y="16"/>
                  </a:moveTo>
                  <a:lnTo>
                    <a:pt x="30" y="56"/>
                  </a:lnTo>
                  <a:lnTo>
                    <a:pt x="47" y="56"/>
                  </a:lnTo>
                  <a:lnTo>
                    <a:pt x="43" y="84"/>
                  </a:lnTo>
                  <a:lnTo>
                    <a:pt x="72" y="42"/>
                  </a:lnTo>
                  <a:lnTo>
                    <a:pt x="53" y="42"/>
                  </a:lnTo>
                  <a:close/>
                </a:path>
              </a:pathLst>
            </a:custGeom>
            <a:noFill/>
            <a:ln w="33020" cap="rnd">
              <a:solidFill>
                <a:srgbClr val="E8862B"/>
              </a:solidFill>
              <a:round/>
            </a:ln>
          </p:spPr>
          <p:txBody>
            <a:bodyPr/>
            <a:lstStyle/>
            <a:p>
              <a:endParaRPr/>
            </a:p>
          </p:txBody>
        </p:sp>
      </p:grpSp>
      <p:sp>
        <p:nvSpPr>
          <p:cNvPr id="200299" name="Oval 200298"/>
          <p:cNvSpPr/>
          <p:nvPr/>
        </p:nvSpPr>
        <p:spPr>
          <a:xfrm>
            <a:off x="4411980" y="1481328"/>
            <a:ext cx="256032" cy="256032"/>
          </a:xfrm>
          <a:prstGeom prst="ellipse">
            <a:avLst/>
          </a:prstGeom>
          <a:solidFill>
            <a:srgbClr val="E8862B"/>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b="1">
                <a:solidFill>
                  <a:srgbClr val="FFFFFF"/>
                </a:solidFill>
                <a:latin typeface="Aptos"/>
              </a:rPr>
              <a:t>4</a:t>
            </a:r>
          </a:p>
        </p:txBody>
      </p:sp>
      <p:sp>
        <p:nvSpPr>
          <p:cNvPr id="200300" name="TextBox 200299"/>
          <p:cNvSpPr txBox="1"/>
          <p:nvPr/>
        </p:nvSpPr>
        <p:spPr>
          <a:xfrm>
            <a:off x="3590163" y="2203704"/>
            <a:ext cx="931545" cy="146194"/>
          </a:xfrm>
          <a:prstGeom prst="rect">
            <a:avLst/>
          </a:prstGeom>
          <a:noFill/>
        </p:spPr>
        <p:txBody>
          <a:bodyPr wrap="square" lIns="0" tIns="0" rIns="0" bIns="0">
            <a:spAutoFit/>
          </a:bodyPr>
          <a:lstStyle/>
          <a:p>
            <a:pPr algn="ctr"/>
            <a:r>
              <a:rPr lang="en-US" sz="950" b="1">
                <a:solidFill>
                  <a:srgbClr val="0A0A0A"/>
                </a:solidFill>
                <a:latin typeface="Aptos Display"/>
              </a:rPr>
              <a:t>Integrate</a:t>
            </a:r>
          </a:p>
        </p:txBody>
      </p:sp>
      <p:sp>
        <p:nvSpPr>
          <p:cNvPr id="200301" name="Chevron 200300"/>
          <p:cNvSpPr/>
          <p:nvPr/>
        </p:nvSpPr>
        <p:spPr>
          <a:xfrm>
            <a:off x="4544568" y="1943100"/>
            <a:ext cx="164592" cy="189281"/>
          </a:xfrm>
          <a:prstGeom prst="chevron">
            <a:avLst/>
          </a:prstGeom>
          <a:solidFill>
            <a:srgbClr val="FFA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302" name="Rounded Rectangle 200301"/>
          <p:cNvSpPr/>
          <p:nvPr/>
        </p:nvSpPr>
        <p:spPr>
          <a:xfrm>
            <a:off x="4585716" y="1554480"/>
            <a:ext cx="1004697" cy="960120"/>
          </a:xfrm>
          <a:prstGeom prst="roundRect">
            <a:avLst>
              <a:gd name="adj" fmla="val 10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303" name="Rounded Rectangle 200302"/>
          <p:cNvSpPr/>
          <p:nvPr/>
        </p:nvSpPr>
        <p:spPr>
          <a:xfrm>
            <a:off x="4877752" y="1673352"/>
            <a:ext cx="420624" cy="420624"/>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1" name="icon-card"/>
          <p:cNvGrpSpPr/>
          <p:nvPr/>
        </p:nvGrpSpPr>
        <p:grpSpPr>
          <a:xfrm>
            <a:off x="4978702" y="1774302"/>
            <a:ext cx="218724" cy="218724"/>
            <a:chOff x="0" y="0"/>
            <a:chExt cx="100" cy="100"/>
          </a:xfrm>
        </p:grpSpPr>
        <p:sp>
          <p:nvSpPr>
            <p:cNvPr id="22" name="g"/>
            <p:cNvSpPr/>
            <p:nvPr/>
          </p:nvSpPr>
          <p:spPr>
            <a:xfrm>
              <a:off x="0" y="0"/>
              <a:ext cx="100" cy="100"/>
            </a:xfrm>
            <a:custGeom>
              <a:avLst/>
              <a:gdLst/>
              <a:ahLst/>
              <a:cxnLst/>
              <a:rect l="0" t="0" r="100" b="100"/>
              <a:pathLst>
                <a:path w="100" h="100" fill="none">
                  <a:moveTo>
                    <a:pt x="16" y="30"/>
                  </a:moveTo>
                  <a:lnTo>
                    <a:pt x="84" y="30"/>
                  </a:lnTo>
                  <a:lnTo>
                    <a:pt x="84" y="72"/>
                  </a:lnTo>
                  <a:lnTo>
                    <a:pt x="16" y="72"/>
                  </a:lnTo>
                  <a:close/>
                  <a:moveTo>
                    <a:pt x="16" y="42"/>
                  </a:moveTo>
                  <a:lnTo>
                    <a:pt x="84" y="42"/>
                  </a:lnTo>
                  <a:moveTo>
                    <a:pt x="24" y="60"/>
                  </a:moveTo>
                  <a:lnTo>
                    <a:pt x="46" y="60"/>
                  </a:lnTo>
                </a:path>
              </a:pathLst>
            </a:custGeom>
            <a:noFill/>
            <a:ln w="33020" cap="rnd">
              <a:solidFill>
                <a:srgbClr val="F5A623"/>
              </a:solidFill>
              <a:round/>
            </a:ln>
          </p:spPr>
          <p:txBody>
            <a:bodyPr/>
            <a:lstStyle/>
            <a:p>
              <a:endParaRPr/>
            </a:p>
          </p:txBody>
        </p:sp>
      </p:grpSp>
      <p:sp>
        <p:nvSpPr>
          <p:cNvPr id="200304" name="Oval 200303"/>
          <p:cNvSpPr/>
          <p:nvPr/>
        </p:nvSpPr>
        <p:spPr>
          <a:xfrm>
            <a:off x="5444109" y="1481328"/>
            <a:ext cx="256032" cy="256032"/>
          </a:xfrm>
          <a:prstGeom prst="ellipse">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b="1">
                <a:solidFill>
                  <a:srgbClr val="FFFFFF"/>
                </a:solidFill>
                <a:latin typeface="Aptos"/>
              </a:rPr>
              <a:t>5</a:t>
            </a:r>
          </a:p>
        </p:txBody>
      </p:sp>
      <p:sp>
        <p:nvSpPr>
          <p:cNvPr id="200305" name="TextBox 200304"/>
          <p:cNvSpPr txBox="1"/>
          <p:nvPr/>
        </p:nvSpPr>
        <p:spPr>
          <a:xfrm>
            <a:off x="4622292" y="2203704"/>
            <a:ext cx="931545" cy="146194"/>
          </a:xfrm>
          <a:prstGeom prst="rect">
            <a:avLst/>
          </a:prstGeom>
          <a:noFill/>
        </p:spPr>
        <p:txBody>
          <a:bodyPr wrap="square" lIns="0" tIns="0" rIns="0" bIns="0">
            <a:spAutoFit/>
          </a:bodyPr>
          <a:lstStyle/>
          <a:p>
            <a:pPr algn="ctr"/>
            <a:r>
              <a:rPr lang="en-US" sz="950" b="1">
                <a:solidFill>
                  <a:srgbClr val="0A0A0A"/>
                </a:solidFill>
                <a:latin typeface="Aptos Display"/>
              </a:rPr>
              <a:t>Tie-Up</a:t>
            </a:r>
          </a:p>
        </p:txBody>
      </p:sp>
      <p:sp>
        <p:nvSpPr>
          <p:cNvPr id="200306" name="Chevron 200305"/>
          <p:cNvSpPr/>
          <p:nvPr/>
        </p:nvSpPr>
        <p:spPr>
          <a:xfrm>
            <a:off x="5576697" y="1943100"/>
            <a:ext cx="164592" cy="189281"/>
          </a:xfrm>
          <a:prstGeom prst="chevron">
            <a:avLst/>
          </a:prstGeom>
          <a:solidFill>
            <a:srgbClr val="FFA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307" name="Rounded Rectangle 200306"/>
          <p:cNvSpPr/>
          <p:nvPr/>
        </p:nvSpPr>
        <p:spPr>
          <a:xfrm>
            <a:off x="5617845" y="1554480"/>
            <a:ext cx="1004697" cy="960120"/>
          </a:xfrm>
          <a:prstGeom prst="roundRect">
            <a:avLst>
              <a:gd name="adj" fmla="val 10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308" name="Rounded Rectangle 200307"/>
          <p:cNvSpPr/>
          <p:nvPr/>
        </p:nvSpPr>
        <p:spPr>
          <a:xfrm>
            <a:off x="5909882" y="1673352"/>
            <a:ext cx="420624" cy="420624"/>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3" name="icon-rupee"/>
          <p:cNvGrpSpPr/>
          <p:nvPr/>
        </p:nvGrpSpPr>
        <p:grpSpPr>
          <a:xfrm>
            <a:off x="6010831" y="1774302"/>
            <a:ext cx="218724" cy="218724"/>
            <a:chOff x="0" y="0"/>
            <a:chExt cx="100" cy="100"/>
          </a:xfrm>
        </p:grpSpPr>
        <p:sp>
          <p:nvSpPr>
            <p:cNvPr id="24" name="g"/>
            <p:cNvSpPr/>
            <p:nvPr/>
          </p:nvSpPr>
          <p:spPr>
            <a:xfrm>
              <a:off x="0" y="0"/>
              <a:ext cx="100" cy="100"/>
            </a:xfrm>
            <a:custGeom>
              <a:avLst/>
              <a:gdLst/>
              <a:ahLst/>
              <a:cxnLst/>
              <a:rect l="0" t="0" r="100" b="100"/>
              <a:pathLst>
                <a:path w="100" h="100" fill="none">
                  <a:moveTo>
                    <a:pt x="34" y="26"/>
                  </a:moveTo>
                  <a:lnTo>
                    <a:pt x="66" y="26"/>
                  </a:lnTo>
                  <a:moveTo>
                    <a:pt x="34" y="40"/>
                  </a:moveTo>
                  <a:lnTo>
                    <a:pt x="66" y="40"/>
                  </a:lnTo>
                  <a:moveTo>
                    <a:pt x="44" y="26"/>
                  </a:moveTo>
                  <a:lnTo>
                    <a:pt x="44" y="54"/>
                  </a:lnTo>
                  <a:moveTo>
                    <a:pt x="34" y="54"/>
                  </a:moveTo>
                  <a:lnTo>
                    <a:pt x="58" y="54"/>
                  </a:lnTo>
                  <a:moveTo>
                    <a:pt x="44" y="54"/>
                  </a:moveTo>
                  <a:lnTo>
                    <a:pt x="66" y="78"/>
                  </a:lnTo>
                </a:path>
              </a:pathLst>
            </a:custGeom>
            <a:noFill/>
            <a:ln w="33020" cap="rnd">
              <a:solidFill>
                <a:srgbClr val="F0A03C"/>
              </a:solidFill>
              <a:round/>
            </a:ln>
          </p:spPr>
          <p:txBody>
            <a:bodyPr/>
            <a:lstStyle/>
            <a:p>
              <a:endParaRPr/>
            </a:p>
          </p:txBody>
        </p:sp>
      </p:grpSp>
      <p:sp>
        <p:nvSpPr>
          <p:cNvPr id="200309" name="Oval 200308"/>
          <p:cNvSpPr/>
          <p:nvPr/>
        </p:nvSpPr>
        <p:spPr>
          <a:xfrm>
            <a:off x="6476238" y="1481328"/>
            <a:ext cx="256032" cy="256032"/>
          </a:xfrm>
          <a:prstGeom prst="ellipse">
            <a:avLst/>
          </a:prstGeom>
          <a:solidFill>
            <a:srgbClr val="F0A03C"/>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b="1">
                <a:solidFill>
                  <a:srgbClr val="FFFFFF"/>
                </a:solidFill>
                <a:latin typeface="Aptos"/>
              </a:rPr>
              <a:t>6</a:t>
            </a:r>
          </a:p>
        </p:txBody>
      </p:sp>
      <p:sp>
        <p:nvSpPr>
          <p:cNvPr id="200310" name="TextBox 200309"/>
          <p:cNvSpPr txBox="1"/>
          <p:nvPr/>
        </p:nvSpPr>
        <p:spPr>
          <a:xfrm>
            <a:off x="5654421" y="2203704"/>
            <a:ext cx="931545" cy="146194"/>
          </a:xfrm>
          <a:prstGeom prst="rect">
            <a:avLst/>
          </a:prstGeom>
          <a:noFill/>
        </p:spPr>
        <p:txBody>
          <a:bodyPr wrap="square" lIns="0" tIns="0" rIns="0" bIns="0">
            <a:spAutoFit/>
          </a:bodyPr>
          <a:lstStyle/>
          <a:p>
            <a:pPr algn="ctr"/>
            <a:r>
              <a:rPr lang="en-US" sz="950" b="1">
                <a:solidFill>
                  <a:srgbClr val="0A0A0A"/>
                </a:solidFill>
                <a:latin typeface="Aptos Display"/>
              </a:rPr>
              <a:t>Certify</a:t>
            </a:r>
          </a:p>
        </p:txBody>
      </p:sp>
      <p:sp>
        <p:nvSpPr>
          <p:cNvPr id="200311" name="Chevron 200310"/>
          <p:cNvSpPr/>
          <p:nvPr/>
        </p:nvSpPr>
        <p:spPr>
          <a:xfrm>
            <a:off x="6608826" y="1943100"/>
            <a:ext cx="164592" cy="189281"/>
          </a:xfrm>
          <a:prstGeom prst="chevron">
            <a:avLst/>
          </a:prstGeom>
          <a:solidFill>
            <a:srgbClr val="FFA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312" name="Rounded Rectangle 200311"/>
          <p:cNvSpPr/>
          <p:nvPr/>
        </p:nvSpPr>
        <p:spPr>
          <a:xfrm>
            <a:off x="6649974" y="1554480"/>
            <a:ext cx="1004697" cy="960120"/>
          </a:xfrm>
          <a:prstGeom prst="roundRect">
            <a:avLst>
              <a:gd name="adj" fmla="val 10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313" name="Rounded Rectangle 200312"/>
          <p:cNvSpPr/>
          <p:nvPr/>
        </p:nvSpPr>
        <p:spPr>
          <a:xfrm>
            <a:off x="6942010" y="1673352"/>
            <a:ext cx="420624" cy="420624"/>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5" name="icon-shield"/>
          <p:cNvGrpSpPr/>
          <p:nvPr/>
        </p:nvGrpSpPr>
        <p:grpSpPr>
          <a:xfrm>
            <a:off x="7042960" y="1774302"/>
            <a:ext cx="218724" cy="218724"/>
            <a:chOff x="0" y="0"/>
            <a:chExt cx="100" cy="100"/>
          </a:xfrm>
        </p:grpSpPr>
        <p:sp>
          <p:nvSpPr>
            <p:cNvPr id="26" name="g"/>
            <p:cNvSpPr/>
            <p:nvPr/>
          </p:nvSpPr>
          <p:spPr>
            <a:xfrm>
              <a:off x="0" y="0"/>
              <a:ext cx="100" cy="100"/>
            </a:xfrm>
            <a:custGeom>
              <a:avLst/>
              <a:gdLst/>
              <a:ahLst/>
              <a:cxnLst/>
              <a:rect l="0" t="0" r="100" b="100"/>
              <a:pathLst>
                <a:path w="100" h="100" fill="none">
                  <a:moveTo>
                    <a:pt x="50" y="16"/>
                  </a:moveTo>
                  <a:lnTo>
                    <a:pt x="80" y="26"/>
                  </a:lnTo>
                  <a:lnTo>
                    <a:pt x="80" y="52"/>
                  </a:lnTo>
                  <a:lnTo>
                    <a:pt x="50" y="86"/>
                  </a:lnTo>
                  <a:lnTo>
                    <a:pt x="20" y="52"/>
                  </a:lnTo>
                  <a:lnTo>
                    <a:pt x="20" y="26"/>
                  </a:lnTo>
                  <a:close/>
                  <a:moveTo>
                    <a:pt x="38" y="50"/>
                  </a:moveTo>
                  <a:lnTo>
                    <a:pt x="47" y="60"/>
                  </a:lnTo>
                  <a:lnTo>
                    <a:pt x="64" y="40"/>
                  </a:lnTo>
                </a:path>
              </a:pathLst>
            </a:custGeom>
            <a:noFill/>
            <a:ln w="33020" cap="rnd">
              <a:solidFill>
                <a:srgbClr val="F58C33"/>
              </a:solidFill>
              <a:round/>
            </a:ln>
          </p:spPr>
          <p:txBody>
            <a:bodyPr/>
            <a:lstStyle/>
            <a:p>
              <a:endParaRPr/>
            </a:p>
          </p:txBody>
        </p:sp>
      </p:grpSp>
      <p:sp>
        <p:nvSpPr>
          <p:cNvPr id="200314" name="Oval 200313"/>
          <p:cNvSpPr/>
          <p:nvPr/>
        </p:nvSpPr>
        <p:spPr>
          <a:xfrm>
            <a:off x="7508367" y="1481328"/>
            <a:ext cx="256032" cy="256032"/>
          </a:xfrm>
          <a:prstGeom prst="ellipse">
            <a:avLst/>
          </a:prstGeom>
          <a:solidFill>
            <a:srgbClr val="F58C33"/>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b="1">
                <a:solidFill>
                  <a:srgbClr val="FFFFFF"/>
                </a:solidFill>
                <a:latin typeface="Aptos"/>
              </a:rPr>
              <a:t>7</a:t>
            </a:r>
          </a:p>
        </p:txBody>
      </p:sp>
      <p:sp>
        <p:nvSpPr>
          <p:cNvPr id="200315" name="TextBox 200314"/>
          <p:cNvSpPr txBox="1"/>
          <p:nvPr/>
        </p:nvSpPr>
        <p:spPr>
          <a:xfrm>
            <a:off x="6686550" y="2203704"/>
            <a:ext cx="931545" cy="146194"/>
          </a:xfrm>
          <a:prstGeom prst="rect">
            <a:avLst/>
          </a:prstGeom>
          <a:noFill/>
        </p:spPr>
        <p:txBody>
          <a:bodyPr wrap="square" lIns="0" tIns="0" rIns="0" bIns="0">
            <a:spAutoFit/>
          </a:bodyPr>
          <a:lstStyle/>
          <a:p>
            <a:pPr algn="ctr"/>
            <a:r>
              <a:rPr lang="en-US" sz="950" b="1">
                <a:solidFill>
                  <a:srgbClr val="0A0A0A"/>
                </a:solidFill>
                <a:latin typeface="Aptos Display"/>
              </a:rPr>
              <a:t>Go Live</a:t>
            </a:r>
          </a:p>
        </p:txBody>
      </p:sp>
      <p:sp>
        <p:nvSpPr>
          <p:cNvPr id="200316" name="Chevron 200315"/>
          <p:cNvSpPr/>
          <p:nvPr/>
        </p:nvSpPr>
        <p:spPr>
          <a:xfrm>
            <a:off x="7640955" y="1943100"/>
            <a:ext cx="164592" cy="189281"/>
          </a:xfrm>
          <a:prstGeom prst="chevron">
            <a:avLst/>
          </a:prstGeom>
          <a:solidFill>
            <a:srgbClr val="FFA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317" name="Rounded Rectangle 200316"/>
          <p:cNvSpPr/>
          <p:nvPr/>
        </p:nvSpPr>
        <p:spPr>
          <a:xfrm>
            <a:off x="7682103" y="1554480"/>
            <a:ext cx="1004697" cy="960120"/>
          </a:xfrm>
          <a:prstGeom prst="roundRect">
            <a:avLst>
              <a:gd name="adj" fmla="val 10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318" name="Rounded Rectangle 200317"/>
          <p:cNvSpPr/>
          <p:nvPr/>
        </p:nvSpPr>
        <p:spPr>
          <a:xfrm>
            <a:off x="7974139" y="1673352"/>
            <a:ext cx="420624" cy="420624"/>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7" name="icon-users"/>
          <p:cNvGrpSpPr/>
          <p:nvPr/>
        </p:nvGrpSpPr>
        <p:grpSpPr>
          <a:xfrm>
            <a:off x="8075089" y="1774302"/>
            <a:ext cx="218724" cy="218724"/>
            <a:chOff x="0" y="0"/>
            <a:chExt cx="100" cy="100"/>
          </a:xfrm>
        </p:grpSpPr>
        <p:sp>
          <p:nvSpPr>
            <p:cNvPr id="28" name="g"/>
            <p:cNvSpPr/>
            <p:nvPr/>
          </p:nvSpPr>
          <p:spPr>
            <a:xfrm>
              <a:off x="0" y="0"/>
              <a:ext cx="100" cy="100"/>
            </a:xfrm>
            <a:custGeom>
              <a:avLst/>
              <a:gdLst/>
              <a:ahLst/>
              <a:cxnLst/>
              <a:rect l="0" t="0" r="100" b="100"/>
              <a:pathLst>
                <a:path w="100" h="100" fill="none">
                  <a:moveTo>
                    <a:pt x="28" y="74"/>
                  </a:moveTo>
                  <a:lnTo>
                    <a:pt x="28" y="66"/>
                  </a:lnTo>
                  <a:lnTo>
                    <a:pt x="38" y="56"/>
                  </a:lnTo>
                  <a:lnTo>
                    <a:pt x="62" y="56"/>
                  </a:lnTo>
                  <a:lnTo>
                    <a:pt x="72" y="66"/>
                  </a:lnTo>
                  <a:lnTo>
                    <a:pt x="72" y="74"/>
                  </a:lnTo>
                </a:path>
              </a:pathLst>
            </a:custGeom>
            <a:noFill/>
            <a:ln w="33020" cap="rnd">
              <a:solidFill>
                <a:srgbClr val="FF7A00"/>
              </a:solidFill>
              <a:round/>
            </a:ln>
          </p:spPr>
          <p:txBody>
            <a:bodyPr/>
            <a:lstStyle/>
            <a:p>
              <a:endParaRPr/>
            </a:p>
          </p:txBody>
        </p:sp>
        <p:sp>
          <p:nvSpPr>
            <p:cNvPr id="29" name="e"/>
            <p:cNvSpPr/>
            <p:nvPr/>
          </p:nvSpPr>
          <p:spPr>
            <a:xfrm>
              <a:off x="38" y="22"/>
              <a:ext cx="24" cy="24"/>
            </a:xfrm>
            <a:prstGeom prst="ellipse">
              <a:avLst/>
            </a:prstGeom>
            <a:noFill/>
            <a:ln w="33020">
              <a:solidFill>
                <a:srgbClr val="FF7A00"/>
              </a:solidFill>
            </a:ln>
          </p:spPr>
          <p:txBody>
            <a:bodyPr/>
            <a:lstStyle/>
            <a:p>
              <a:endParaRPr/>
            </a:p>
          </p:txBody>
        </p:sp>
      </p:grpSp>
      <p:sp>
        <p:nvSpPr>
          <p:cNvPr id="200319" name="Oval 200318"/>
          <p:cNvSpPr/>
          <p:nvPr/>
        </p:nvSpPr>
        <p:spPr>
          <a:xfrm>
            <a:off x="8540496" y="1481328"/>
            <a:ext cx="256032" cy="256032"/>
          </a:xfrm>
          <a:prstGeom prst="ellipse">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b="1">
                <a:solidFill>
                  <a:srgbClr val="FFFFFF"/>
                </a:solidFill>
                <a:latin typeface="Aptos"/>
              </a:rPr>
              <a:t>8</a:t>
            </a:r>
          </a:p>
        </p:txBody>
      </p:sp>
      <p:sp>
        <p:nvSpPr>
          <p:cNvPr id="200320" name="TextBox 200319"/>
          <p:cNvSpPr txBox="1"/>
          <p:nvPr/>
        </p:nvSpPr>
        <p:spPr>
          <a:xfrm>
            <a:off x="7718679" y="2203704"/>
            <a:ext cx="931545" cy="146194"/>
          </a:xfrm>
          <a:prstGeom prst="rect">
            <a:avLst/>
          </a:prstGeom>
          <a:noFill/>
        </p:spPr>
        <p:txBody>
          <a:bodyPr wrap="square" lIns="0" tIns="0" rIns="0" bIns="0">
            <a:spAutoFit/>
          </a:bodyPr>
          <a:lstStyle/>
          <a:p>
            <a:pPr algn="ctr"/>
            <a:r>
              <a:rPr lang="en-US" sz="950" b="1">
                <a:solidFill>
                  <a:srgbClr val="0A0A0A"/>
                </a:solidFill>
                <a:latin typeface="Aptos Display"/>
              </a:rPr>
              <a:t>Scale &amp; Support</a:t>
            </a:r>
          </a:p>
        </p:txBody>
      </p:sp>
      <p:sp>
        <p:nvSpPr>
          <p:cNvPr id="200321" name="Rounded Rectangle 200320"/>
          <p:cNvSpPr/>
          <p:nvPr/>
        </p:nvSpPr>
        <p:spPr>
          <a:xfrm>
            <a:off x="457200" y="2834640"/>
            <a:ext cx="8229600" cy="658368"/>
          </a:xfrm>
          <a:prstGeom prst="roundRect">
            <a:avLst>
              <a:gd name="adj" fmla="val 14000"/>
            </a:avLst>
          </a:prstGeom>
          <a:solidFill>
            <a:srgbClr val="FAFAFA"/>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322" name="Rectangle 200321"/>
          <p:cNvSpPr/>
          <p:nvPr/>
        </p:nvSpPr>
        <p:spPr>
          <a:xfrm>
            <a:off x="457200" y="2926080"/>
            <a:ext cx="41148" cy="475488"/>
          </a:xfrm>
          <a:prstGeom prst="rect">
            <a:avLst/>
          </a:prstGeom>
          <a:solidFill>
            <a:srgbClr val="F57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323" name="TextBox 200322"/>
          <p:cNvSpPr txBox="1"/>
          <p:nvPr/>
        </p:nvSpPr>
        <p:spPr>
          <a:xfrm>
            <a:off x="658368" y="2907792"/>
            <a:ext cx="7863840" cy="115416"/>
          </a:xfrm>
          <a:prstGeom prst="rect">
            <a:avLst/>
          </a:prstGeom>
          <a:noFill/>
        </p:spPr>
        <p:txBody>
          <a:bodyPr wrap="square" lIns="0" tIns="0" rIns="0" bIns="0">
            <a:spAutoFit/>
          </a:bodyPr>
          <a:lstStyle/>
          <a:p>
            <a:pPr algn="l"/>
            <a:r>
              <a:rPr lang="en-US" sz="750" b="1" spc="120">
                <a:solidFill>
                  <a:srgbClr val="F57C1F"/>
                </a:solidFill>
                <a:latin typeface="Aptos"/>
              </a:rPr>
              <a:t>WHY IT MATTERS</a:t>
            </a:r>
          </a:p>
        </p:txBody>
      </p:sp>
      <p:sp>
        <p:nvSpPr>
          <p:cNvPr id="200324" name="TextBox 200323"/>
          <p:cNvSpPr txBox="1"/>
          <p:nvPr/>
        </p:nvSpPr>
        <p:spPr>
          <a:xfrm>
            <a:off x="658368" y="3081528"/>
            <a:ext cx="7863840" cy="148887"/>
          </a:xfrm>
          <a:prstGeom prst="rect">
            <a:avLst/>
          </a:prstGeom>
          <a:noFill/>
        </p:spPr>
        <p:txBody>
          <a:bodyPr wrap="square" lIns="0" tIns="0" rIns="0" bIns="0">
            <a:spAutoFit/>
          </a:bodyPr>
          <a:lstStyle/>
          <a:p>
            <a:pPr algn="l">
              <a:lnSpc>
                <a:spcPct val="105000"/>
              </a:lnSpc>
            </a:pPr>
            <a:r>
              <a:rPr lang="en-US" sz="950" b="0">
                <a:solidFill>
                  <a:srgbClr val="0A0A0A"/>
                </a:solidFill>
                <a:latin typeface="Aptos"/>
              </a:rPr>
              <a:t>Every stage has named owners and clear exit criteria — which is why our launches stay predictable.</a:t>
            </a:r>
          </a:p>
        </p:txBody>
      </p:sp>
      <p:sp>
        <p:nvSpPr>
          <p:cNvPr id="200325" name="TextBox 200324"/>
          <p:cNvSpPr txBox="1"/>
          <p:nvPr/>
        </p:nvSpPr>
        <p:spPr>
          <a:xfrm>
            <a:off x="457200" y="3657600"/>
            <a:ext cx="8229600" cy="211276"/>
          </a:xfrm>
          <a:prstGeom prst="rect">
            <a:avLst/>
          </a:prstGeom>
          <a:noFill/>
        </p:spPr>
        <p:txBody>
          <a:bodyPr wrap="square" lIns="0" tIns="0" rIns="0" bIns="0">
            <a:spAutoFit/>
          </a:bodyPr>
          <a:lstStyle/>
          <a:p>
            <a:pPr algn="ctr">
              <a:lnSpc>
                <a:spcPct val="110000"/>
              </a:lnSpc>
            </a:pPr>
            <a:r>
              <a:rPr lang="en-US" sz="1300" b="1">
                <a:solidFill>
                  <a:srgbClr val="0A0A0A"/>
                </a:solidFill>
                <a:latin typeface="Aptos Display"/>
              </a:rPr>
              <a:t>Eight disciplined stages. One accountable fintech partner.</a:t>
            </a:r>
          </a:p>
        </p:txBody>
      </p:sp>
      <p:sp>
        <p:nvSpPr>
          <p:cNvPr id="31" name="TextBox 30">
            <a:extLst>
              <a:ext uri="{FF2B5EF4-FFF2-40B4-BE49-F238E27FC236}">
                <a16:creationId xmlns:a16="http://schemas.microsoft.com/office/drawing/2014/main" id="{F3B55A8A-3A5F-A22B-086D-48662B2E623C}"/>
              </a:ext>
            </a:extLst>
          </p:cNvPr>
          <p:cNvSpPr txBox="1"/>
          <p:nvPr/>
        </p:nvSpPr>
        <p:spPr>
          <a:xfrm>
            <a:off x="457200" y="4864608"/>
            <a:ext cx="4572000" cy="123111"/>
          </a:xfrm>
          <a:prstGeom prst="rect">
            <a:avLst/>
          </a:prstGeom>
          <a:noFill/>
        </p:spPr>
        <p:txBody>
          <a:bodyPr wrap="square" lIns="0" tIns="0" rIns="0" bIns="0" anchor="t">
            <a:spAutoFit/>
          </a:bodyPr>
          <a:lstStyle/>
          <a:p>
            <a:r>
              <a:rPr lang="en-US" sz="800" err="1">
                <a:solidFill>
                  <a:srgbClr val="4A4A4A"/>
                </a:solidFill>
                <a:latin typeface="Aptos"/>
              </a:rPr>
              <a:t>RazorSharpFocus</a:t>
            </a:r>
            <a:r>
              <a:rPr lang="en-US" sz="800">
                <a:solidFill>
                  <a:srgbClr val="4A4A4A"/>
                </a:solidFill>
                <a:latin typeface="Aptos"/>
              </a:rPr>
              <a:t> Intelligence </a:t>
            </a:r>
            <a:r>
              <a:rPr lang="en-US" sz="800" b="0">
                <a:solidFill>
                  <a:srgbClr val="4A4A4A"/>
                </a:solidFill>
                <a:latin typeface="Aptos"/>
              </a:rPr>
              <a:t> Private Limited</a:t>
            </a:r>
          </a:p>
        </p:txBody>
      </p:sp>
      <p:sp>
        <p:nvSpPr>
          <p:cNvPr id="33" name="TextBox 32">
            <a:extLst>
              <a:ext uri="{FF2B5EF4-FFF2-40B4-BE49-F238E27FC236}">
                <a16:creationId xmlns:a16="http://schemas.microsoft.com/office/drawing/2014/main" id="{B1040572-7992-F6E4-F957-AD63C9499634}"/>
              </a:ext>
            </a:extLst>
          </p:cNvPr>
          <p:cNvSpPr txBox="1"/>
          <p:nvPr/>
        </p:nvSpPr>
        <p:spPr>
          <a:xfrm>
            <a:off x="2743200" y="4864608"/>
            <a:ext cx="3657600" cy="123111"/>
          </a:xfrm>
          <a:prstGeom prst="rect">
            <a:avLst/>
          </a:prstGeom>
          <a:noFill/>
        </p:spPr>
        <p:txBody>
          <a:bodyPr wrap="square" lIns="0" tIns="0" rIns="0" bIns="0" anchor="t">
            <a:spAutoFit/>
          </a:bodyPr>
          <a:lstStyle/>
          <a:p>
            <a:pPr algn="ctr"/>
            <a:r>
              <a:rPr lang="en-US" sz="800">
                <a:solidFill>
                  <a:schemeClr val="bg1">
                    <a:lumMod val="49000"/>
                  </a:schemeClr>
                </a:solidFill>
                <a:latin typeface="Calibri"/>
                <a:ea typeface="Calibri"/>
                <a:cs typeface="Calibri"/>
              </a:rPr>
              <a:t>Engineering Intelligent Business Execution</a:t>
            </a:r>
            <a:endParaRPr lang="en-US">
              <a:solidFill>
                <a:schemeClr val="bg1">
                  <a:lumMod val="49000"/>
                </a:schemeClr>
              </a:solidFill>
              <a:ea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0292"/>
          </a:xfrm>
          <a:prstGeom prst="rect">
            <a:avLst/>
          </a:prstGeom>
          <a:gradFill>
            <a:gsLst>
              <a:gs pos="0">
                <a:srgbClr val="F57C1F"/>
              </a:gs>
              <a:gs pos="100000">
                <a:srgbClr val="FF7A00"/>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283464"/>
            <a:ext cx="146304" cy="146304"/>
          </a:xfrm>
          <a:prstGeom prst="roundRect">
            <a:avLst>
              <a:gd name="adj" fmla="val 30000"/>
            </a:avLst>
          </a:prstGeom>
          <a:gradFill>
            <a:gsLst>
              <a:gs pos="0">
                <a:srgbClr val="F57C1F"/>
              </a:gs>
              <a:gs pos="100000">
                <a:srgbClr val="FF7A00"/>
              </a:gs>
            </a:gsLst>
            <a:lin ang="27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94944" y="274320"/>
            <a:ext cx="6949440" cy="153888"/>
          </a:xfrm>
          <a:prstGeom prst="rect">
            <a:avLst/>
          </a:prstGeom>
          <a:noFill/>
        </p:spPr>
        <p:txBody>
          <a:bodyPr wrap="square" lIns="0" tIns="0" rIns="0" bIns="0">
            <a:spAutoFit/>
          </a:bodyPr>
          <a:lstStyle/>
          <a:p>
            <a:pPr algn="l"/>
            <a:r>
              <a:rPr lang="en-US" sz="1000" b="1" spc="180">
                <a:solidFill>
                  <a:srgbClr val="F57C1F"/>
                </a:solidFill>
                <a:latin typeface="Aptos"/>
              </a:rPr>
              <a:t>OUR TRACK RECORD</a:t>
            </a:r>
          </a:p>
        </p:txBody>
      </p:sp>
      <p:sp>
        <p:nvSpPr>
          <p:cNvPr id="6" name="TextBox 5"/>
          <p:cNvSpPr txBox="1"/>
          <p:nvPr/>
        </p:nvSpPr>
        <p:spPr>
          <a:xfrm>
            <a:off x="457200" y="584990"/>
            <a:ext cx="8229600" cy="338554"/>
          </a:xfrm>
          <a:prstGeom prst="rect">
            <a:avLst/>
          </a:prstGeom>
          <a:noFill/>
        </p:spPr>
        <p:txBody>
          <a:bodyPr wrap="square" lIns="0" tIns="0" rIns="0" bIns="0" anchor="b">
            <a:spAutoFit/>
          </a:bodyPr>
          <a:lstStyle/>
          <a:p>
            <a:pPr algn="l"/>
            <a:r>
              <a:rPr lang="en-US" sz="2200" b="1">
                <a:solidFill>
                  <a:srgbClr val="0A0A0A"/>
                </a:solidFill>
                <a:latin typeface="Aptos Display"/>
              </a:rPr>
              <a:t>Startups We Built Are Live and Transacting</a:t>
            </a:r>
          </a:p>
        </p:txBody>
      </p:sp>
      <p:sp>
        <p:nvSpPr>
          <p:cNvPr id="7" name="TextBox 6"/>
          <p:cNvSpPr txBox="1"/>
          <p:nvPr/>
        </p:nvSpPr>
        <p:spPr>
          <a:xfrm>
            <a:off x="457200" y="905256"/>
            <a:ext cx="8229600" cy="176972"/>
          </a:xfrm>
          <a:prstGeom prst="rect">
            <a:avLst/>
          </a:prstGeom>
          <a:noFill/>
        </p:spPr>
        <p:txBody>
          <a:bodyPr wrap="square" lIns="0" tIns="0" rIns="0" bIns="0">
            <a:spAutoFit/>
          </a:bodyPr>
          <a:lstStyle/>
          <a:p>
            <a:pPr algn="l"/>
            <a:r>
              <a:rPr lang="en-US" sz="1150" b="0">
                <a:solidFill>
                  <a:srgbClr val="4A4A4A"/>
                </a:solidFill>
                <a:latin typeface="Aptos"/>
              </a:rPr>
              <a:t>Why fintech founders choose RazorSharpFocus and stay with us after launch.</a:t>
            </a:r>
          </a:p>
        </p:txBody>
      </p:sp>
      <p:cxnSp>
        <p:nvCxnSpPr>
          <p:cNvPr id="8" name="Connector 7"/>
          <p:cNvCxnSpPr/>
          <p:nvPr/>
        </p:nvCxnSpPr>
        <p:spPr>
          <a:xfrm>
            <a:off x="457200" y="4828032"/>
            <a:ext cx="8229600" cy="0"/>
          </a:xfrm>
          <a:prstGeom prst="line">
            <a:avLst/>
          </a:prstGeom>
          <a:ln w="9525">
            <a:solidFill>
              <a:srgbClr val="E6E6E6"/>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589520" y="4864608"/>
            <a:ext cx="1097280" cy="123111"/>
          </a:xfrm>
          <a:prstGeom prst="rect">
            <a:avLst/>
          </a:prstGeom>
          <a:noFill/>
        </p:spPr>
        <p:txBody>
          <a:bodyPr wrap="square" lIns="0" tIns="0" rIns="0" bIns="0">
            <a:spAutoFit/>
          </a:bodyPr>
          <a:lstStyle/>
          <a:p>
            <a:pPr algn="r"/>
            <a:r>
              <a:rPr lang="en-US" sz="800" b="0">
                <a:solidFill>
                  <a:srgbClr val="4A4A4A"/>
                </a:solidFill>
                <a:latin typeface="Aptos"/>
              </a:rPr>
              <a:t>09 / 11</a:t>
            </a:r>
          </a:p>
        </p:txBody>
      </p:sp>
      <p:sp>
        <p:nvSpPr>
          <p:cNvPr id="12" name="Rounded Rectangle 11"/>
          <p:cNvSpPr/>
          <p:nvPr/>
        </p:nvSpPr>
        <p:spPr>
          <a:xfrm>
            <a:off x="457200" y="1280160"/>
            <a:ext cx="2633472" cy="1207008"/>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1408176"/>
            <a:ext cx="50292" cy="950976"/>
          </a:xfrm>
          <a:prstGeom prst="rect">
            <a:avLst/>
          </a:prstGeom>
          <a:solidFill>
            <a:srgbClr val="F57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40080" y="1408176"/>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00639" name="icon-layers"/>
          <p:cNvGrpSpPr/>
          <p:nvPr/>
        </p:nvGrpSpPr>
        <p:grpSpPr>
          <a:xfrm>
            <a:off x="736641" y="1504737"/>
            <a:ext cx="209215" cy="209215"/>
            <a:chOff x="0" y="0"/>
            <a:chExt cx="100" cy="100"/>
          </a:xfrm>
        </p:grpSpPr>
        <p:sp>
          <p:nvSpPr>
            <p:cNvPr id="200640" name="g"/>
            <p:cNvSpPr/>
            <p:nvPr/>
          </p:nvSpPr>
          <p:spPr>
            <a:xfrm>
              <a:off x="0" y="0"/>
              <a:ext cx="100" cy="100"/>
            </a:xfrm>
            <a:custGeom>
              <a:avLst/>
              <a:gdLst/>
              <a:ahLst/>
              <a:cxnLst/>
              <a:rect l="0" t="0" r="100" b="100"/>
              <a:pathLst>
                <a:path w="100" h="100" fill="none">
                  <a:moveTo>
                    <a:pt x="50" y="8"/>
                  </a:moveTo>
                  <a:lnTo>
                    <a:pt x="92" y="30"/>
                  </a:lnTo>
                  <a:lnTo>
                    <a:pt x="50" y="52"/>
                  </a:lnTo>
                  <a:lnTo>
                    <a:pt x="8" y="30"/>
                  </a:lnTo>
                  <a:close/>
                  <a:moveTo>
                    <a:pt x="8" y="50"/>
                  </a:moveTo>
                  <a:lnTo>
                    <a:pt x="50" y="72"/>
                  </a:lnTo>
                  <a:lnTo>
                    <a:pt x="92" y="50"/>
                  </a:lnTo>
                  <a:moveTo>
                    <a:pt x="8" y="70"/>
                  </a:moveTo>
                  <a:lnTo>
                    <a:pt x="50" y="92"/>
                  </a:lnTo>
                  <a:lnTo>
                    <a:pt x="92" y="70"/>
                  </a:lnTo>
                </a:path>
              </a:pathLst>
            </a:custGeom>
            <a:noFill/>
            <a:ln w="33020" cap="rnd">
              <a:solidFill>
                <a:srgbClr val="F57C1F"/>
              </a:solidFill>
              <a:round/>
            </a:ln>
          </p:spPr>
          <p:txBody>
            <a:bodyPr/>
            <a:lstStyle/>
            <a:p>
              <a:endParaRPr/>
            </a:p>
          </p:txBody>
        </p:sp>
      </p:grpSp>
      <p:sp>
        <p:nvSpPr>
          <p:cNvPr id="200641" name="TextBox 200640"/>
          <p:cNvSpPr txBox="1"/>
          <p:nvPr/>
        </p:nvSpPr>
        <p:spPr>
          <a:xfrm>
            <a:off x="1152144" y="1408176"/>
            <a:ext cx="1810512" cy="161583"/>
          </a:xfrm>
          <a:prstGeom prst="rect">
            <a:avLst/>
          </a:prstGeom>
          <a:noFill/>
        </p:spPr>
        <p:txBody>
          <a:bodyPr wrap="square" lIns="0" tIns="0" rIns="0" bIns="0">
            <a:spAutoFit/>
          </a:bodyPr>
          <a:lstStyle/>
          <a:p>
            <a:pPr algn="l"/>
            <a:r>
              <a:rPr lang="en-US" sz="1050" b="1">
                <a:solidFill>
                  <a:srgbClr val="0A0A0A"/>
                </a:solidFill>
                <a:latin typeface="Aptos Display"/>
              </a:rPr>
              <a:t>Proven Launches</a:t>
            </a:r>
          </a:p>
        </p:txBody>
      </p:sp>
      <p:sp>
        <p:nvSpPr>
          <p:cNvPr id="200642" name="TextBox 200641"/>
          <p:cNvSpPr txBox="1"/>
          <p:nvPr/>
        </p:nvSpPr>
        <p:spPr>
          <a:xfrm>
            <a:off x="640080" y="2103120"/>
            <a:ext cx="2304288" cy="246221"/>
          </a:xfrm>
          <a:prstGeom prst="rect">
            <a:avLst/>
          </a:prstGeom>
          <a:noFill/>
        </p:spPr>
        <p:txBody>
          <a:bodyPr wrap="square" lIns="0" tIns="0" rIns="0" bIns="0" anchor="t">
            <a:spAutoFit/>
          </a:bodyPr>
          <a:lstStyle/>
          <a:p>
            <a:pPr algn="l"/>
            <a:r>
              <a:rPr lang="en-US" sz="800" b="0">
                <a:solidFill>
                  <a:srgbClr val="4A4A4A"/>
                </a:solidFill>
                <a:latin typeface="Aptos"/>
              </a:rPr>
              <a:t>Multiple startups we engineered are running today and transacting commercially.</a:t>
            </a:r>
          </a:p>
        </p:txBody>
      </p:sp>
      <p:sp>
        <p:nvSpPr>
          <p:cNvPr id="200643" name="Rounded Rectangle 200642"/>
          <p:cNvSpPr/>
          <p:nvPr/>
        </p:nvSpPr>
        <p:spPr>
          <a:xfrm>
            <a:off x="3255264" y="1280160"/>
            <a:ext cx="2633472" cy="1207008"/>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644" name="Rectangle 200643"/>
          <p:cNvSpPr/>
          <p:nvPr/>
        </p:nvSpPr>
        <p:spPr>
          <a:xfrm>
            <a:off x="3255264" y="1408176"/>
            <a:ext cx="50292" cy="950976"/>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645" name="Rounded Rectangle 200644"/>
          <p:cNvSpPr/>
          <p:nvPr/>
        </p:nvSpPr>
        <p:spPr>
          <a:xfrm>
            <a:off x="3438144" y="1408176"/>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 name="icon-coins"/>
          <p:cNvGrpSpPr/>
          <p:nvPr/>
        </p:nvGrpSpPr>
        <p:grpSpPr>
          <a:xfrm>
            <a:off x="3580732" y="1559133"/>
            <a:ext cx="112976" cy="100424"/>
            <a:chOff x="22" y="26"/>
            <a:chExt cx="54" cy="48"/>
          </a:xfrm>
        </p:grpSpPr>
        <p:sp>
          <p:nvSpPr>
            <p:cNvPr id="16" name="e"/>
            <p:cNvSpPr/>
            <p:nvPr/>
          </p:nvSpPr>
          <p:spPr>
            <a:xfrm>
              <a:off x="22" y="26"/>
              <a:ext cx="32" cy="32"/>
            </a:xfrm>
            <a:prstGeom prst="ellipse">
              <a:avLst/>
            </a:prstGeom>
            <a:noFill/>
            <a:ln w="33020">
              <a:solidFill>
                <a:srgbClr val="FF7A00"/>
              </a:solidFill>
            </a:ln>
          </p:spPr>
          <p:txBody>
            <a:bodyPr/>
            <a:lstStyle/>
            <a:p>
              <a:endParaRPr/>
            </a:p>
          </p:txBody>
        </p:sp>
        <p:sp>
          <p:nvSpPr>
            <p:cNvPr id="17" name="e"/>
            <p:cNvSpPr/>
            <p:nvPr/>
          </p:nvSpPr>
          <p:spPr>
            <a:xfrm>
              <a:off x="44" y="42"/>
              <a:ext cx="32" cy="32"/>
            </a:xfrm>
            <a:prstGeom prst="ellipse">
              <a:avLst/>
            </a:prstGeom>
            <a:noFill/>
            <a:ln w="33020">
              <a:solidFill>
                <a:srgbClr val="FF7A00"/>
              </a:solidFill>
            </a:ln>
          </p:spPr>
          <p:txBody>
            <a:bodyPr/>
            <a:lstStyle/>
            <a:p>
              <a:endParaRPr/>
            </a:p>
          </p:txBody>
        </p:sp>
      </p:grpSp>
      <p:sp>
        <p:nvSpPr>
          <p:cNvPr id="200646" name="TextBox 200645"/>
          <p:cNvSpPr txBox="1"/>
          <p:nvPr/>
        </p:nvSpPr>
        <p:spPr>
          <a:xfrm>
            <a:off x="3950208" y="1408176"/>
            <a:ext cx="1810512" cy="161583"/>
          </a:xfrm>
          <a:prstGeom prst="rect">
            <a:avLst/>
          </a:prstGeom>
          <a:noFill/>
        </p:spPr>
        <p:txBody>
          <a:bodyPr wrap="square" lIns="0" tIns="0" rIns="0" bIns="0">
            <a:spAutoFit/>
          </a:bodyPr>
          <a:lstStyle/>
          <a:p>
            <a:pPr algn="l"/>
            <a:r>
              <a:rPr lang="en-US" sz="1050" b="1">
                <a:solidFill>
                  <a:srgbClr val="0A0A0A"/>
                </a:solidFill>
                <a:latin typeface="Aptos Display"/>
              </a:rPr>
              <a:t>Payments Depth</a:t>
            </a:r>
          </a:p>
        </p:txBody>
      </p:sp>
      <p:sp>
        <p:nvSpPr>
          <p:cNvPr id="200647" name="TextBox 200646"/>
          <p:cNvSpPr txBox="1"/>
          <p:nvPr/>
        </p:nvSpPr>
        <p:spPr>
          <a:xfrm>
            <a:off x="3438144" y="2103120"/>
            <a:ext cx="2304288" cy="246221"/>
          </a:xfrm>
          <a:prstGeom prst="rect">
            <a:avLst/>
          </a:prstGeom>
          <a:noFill/>
        </p:spPr>
        <p:txBody>
          <a:bodyPr wrap="square" lIns="0" tIns="0" rIns="0" bIns="0">
            <a:spAutoFit/>
          </a:bodyPr>
          <a:lstStyle/>
          <a:p>
            <a:pPr algn="l"/>
            <a:r>
              <a:rPr lang="en-US" sz="800" b="0">
                <a:solidFill>
                  <a:srgbClr val="4A4A4A"/>
                </a:solidFill>
                <a:latin typeface="Aptos"/>
              </a:rPr>
              <a:t>Decades of hands-on banking and payments engineering, not learned on your project.</a:t>
            </a:r>
          </a:p>
        </p:txBody>
      </p:sp>
      <p:sp>
        <p:nvSpPr>
          <p:cNvPr id="200648" name="Rounded Rectangle 200647"/>
          <p:cNvSpPr/>
          <p:nvPr/>
        </p:nvSpPr>
        <p:spPr>
          <a:xfrm>
            <a:off x="6053328" y="1280160"/>
            <a:ext cx="2633472" cy="1207008"/>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649" name="Rectangle 200648"/>
          <p:cNvSpPr/>
          <p:nvPr/>
        </p:nvSpPr>
        <p:spPr>
          <a:xfrm>
            <a:off x="6053328" y="1408176"/>
            <a:ext cx="50292" cy="950976"/>
          </a:xfrm>
          <a:prstGeom prst="rect">
            <a:avLst/>
          </a:prstGeom>
          <a:solidFill>
            <a:srgbClr val="E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650" name="Rounded Rectangle 200649"/>
          <p:cNvSpPr/>
          <p:nvPr/>
        </p:nvSpPr>
        <p:spPr>
          <a:xfrm>
            <a:off x="6236208" y="1408176"/>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8" name="icon-target"/>
          <p:cNvGrpSpPr/>
          <p:nvPr/>
        </p:nvGrpSpPr>
        <p:grpSpPr>
          <a:xfrm>
            <a:off x="6353691" y="1525659"/>
            <a:ext cx="167372" cy="167372"/>
            <a:chOff x="10" y="10"/>
            <a:chExt cx="80" cy="80"/>
          </a:xfrm>
        </p:grpSpPr>
        <p:sp>
          <p:nvSpPr>
            <p:cNvPr id="19" name="e"/>
            <p:cNvSpPr/>
            <p:nvPr/>
          </p:nvSpPr>
          <p:spPr>
            <a:xfrm>
              <a:off x="10" y="10"/>
              <a:ext cx="80" cy="80"/>
            </a:xfrm>
            <a:prstGeom prst="ellipse">
              <a:avLst/>
            </a:prstGeom>
            <a:noFill/>
            <a:ln w="33020">
              <a:solidFill>
                <a:srgbClr val="E8862B"/>
              </a:solidFill>
            </a:ln>
          </p:spPr>
          <p:txBody>
            <a:bodyPr/>
            <a:lstStyle/>
            <a:p>
              <a:endParaRPr/>
            </a:p>
          </p:txBody>
        </p:sp>
        <p:sp>
          <p:nvSpPr>
            <p:cNvPr id="20" name="e"/>
            <p:cNvSpPr/>
            <p:nvPr/>
          </p:nvSpPr>
          <p:spPr>
            <a:xfrm>
              <a:off x="28" y="28"/>
              <a:ext cx="44" cy="44"/>
            </a:xfrm>
            <a:prstGeom prst="ellipse">
              <a:avLst/>
            </a:prstGeom>
            <a:noFill/>
            <a:ln w="33020">
              <a:solidFill>
                <a:srgbClr val="E8862B"/>
              </a:solidFill>
            </a:ln>
          </p:spPr>
          <p:txBody>
            <a:bodyPr/>
            <a:lstStyle/>
            <a:p>
              <a:endParaRPr/>
            </a:p>
          </p:txBody>
        </p:sp>
        <p:sp>
          <p:nvSpPr>
            <p:cNvPr id="21" name="e"/>
            <p:cNvSpPr/>
            <p:nvPr/>
          </p:nvSpPr>
          <p:spPr>
            <a:xfrm>
              <a:off x="44" y="44"/>
              <a:ext cx="12" cy="12"/>
            </a:xfrm>
            <a:prstGeom prst="ellipse">
              <a:avLst/>
            </a:prstGeom>
            <a:solidFill>
              <a:srgbClr val="E8862B"/>
            </a:solidFill>
            <a:ln>
              <a:noFill/>
            </a:ln>
          </p:spPr>
          <p:txBody>
            <a:bodyPr/>
            <a:lstStyle/>
            <a:p>
              <a:endParaRPr/>
            </a:p>
          </p:txBody>
        </p:sp>
      </p:grpSp>
      <p:sp>
        <p:nvSpPr>
          <p:cNvPr id="200651" name="TextBox 200650"/>
          <p:cNvSpPr txBox="1"/>
          <p:nvPr/>
        </p:nvSpPr>
        <p:spPr>
          <a:xfrm>
            <a:off x="6748272" y="1408176"/>
            <a:ext cx="1810512" cy="161583"/>
          </a:xfrm>
          <a:prstGeom prst="rect">
            <a:avLst/>
          </a:prstGeom>
          <a:noFill/>
        </p:spPr>
        <p:txBody>
          <a:bodyPr wrap="square" lIns="0" tIns="0" rIns="0" bIns="0">
            <a:spAutoFit/>
          </a:bodyPr>
          <a:lstStyle/>
          <a:p>
            <a:pPr algn="l"/>
            <a:r>
              <a:rPr lang="en-US" sz="1050" b="1">
                <a:solidFill>
                  <a:srgbClr val="0A0A0A"/>
                </a:solidFill>
                <a:latin typeface="Aptos Display"/>
              </a:rPr>
              <a:t>Compliance Confidence</a:t>
            </a:r>
          </a:p>
        </p:txBody>
      </p:sp>
      <p:sp>
        <p:nvSpPr>
          <p:cNvPr id="200652" name="TextBox 200651"/>
          <p:cNvSpPr txBox="1"/>
          <p:nvPr/>
        </p:nvSpPr>
        <p:spPr>
          <a:xfrm>
            <a:off x="6236208" y="2103120"/>
            <a:ext cx="2304288" cy="246221"/>
          </a:xfrm>
          <a:prstGeom prst="rect">
            <a:avLst/>
          </a:prstGeom>
          <a:noFill/>
        </p:spPr>
        <p:txBody>
          <a:bodyPr wrap="square" lIns="0" tIns="0" rIns="0" bIns="0">
            <a:spAutoFit/>
          </a:bodyPr>
          <a:lstStyle/>
          <a:p>
            <a:pPr algn="l"/>
            <a:r>
              <a:rPr lang="en-US" sz="800" b="0">
                <a:solidFill>
                  <a:srgbClr val="4A4A4A"/>
                </a:solidFill>
                <a:latin typeface="Aptos"/>
              </a:rPr>
              <a:t>Audits and certifications cleared with banks and regulators, repeatedly.</a:t>
            </a:r>
          </a:p>
        </p:txBody>
      </p:sp>
      <p:sp>
        <p:nvSpPr>
          <p:cNvPr id="200653" name="Rounded Rectangle 200652"/>
          <p:cNvSpPr/>
          <p:nvPr/>
        </p:nvSpPr>
        <p:spPr>
          <a:xfrm>
            <a:off x="457200" y="2615184"/>
            <a:ext cx="2633472" cy="1207008"/>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654" name="Rectangle 200653"/>
          <p:cNvSpPr/>
          <p:nvPr/>
        </p:nvSpPr>
        <p:spPr>
          <a:xfrm>
            <a:off x="457200" y="2743200"/>
            <a:ext cx="50292" cy="950976"/>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655" name="Rounded Rectangle 200654"/>
          <p:cNvSpPr/>
          <p:nvPr/>
        </p:nvSpPr>
        <p:spPr>
          <a:xfrm>
            <a:off x="640080" y="2743200"/>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2" name="icon-users"/>
          <p:cNvGrpSpPr/>
          <p:nvPr/>
        </p:nvGrpSpPr>
        <p:grpSpPr>
          <a:xfrm>
            <a:off x="736641" y="2839761"/>
            <a:ext cx="209215" cy="209215"/>
            <a:chOff x="0" y="0"/>
            <a:chExt cx="100" cy="100"/>
          </a:xfrm>
        </p:grpSpPr>
        <p:sp>
          <p:nvSpPr>
            <p:cNvPr id="23" name="g"/>
            <p:cNvSpPr/>
            <p:nvPr/>
          </p:nvSpPr>
          <p:spPr>
            <a:xfrm>
              <a:off x="0" y="0"/>
              <a:ext cx="100" cy="100"/>
            </a:xfrm>
            <a:custGeom>
              <a:avLst/>
              <a:gdLst/>
              <a:ahLst/>
              <a:cxnLst/>
              <a:rect l="0" t="0" r="100" b="100"/>
              <a:pathLst>
                <a:path w="100" h="100" fill="none">
                  <a:moveTo>
                    <a:pt x="28" y="74"/>
                  </a:moveTo>
                  <a:lnTo>
                    <a:pt x="28" y="66"/>
                  </a:lnTo>
                  <a:lnTo>
                    <a:pt x="38" y="56"/>
                  </a:lnTo>
                  <a:lnTo>
                    <a:pt x="62" y="56"/>
                  </a:lnTo>
                  <a:lnTo>
                    <a:pt x="72" y="66"/>
                  </a:lnTo>
                  <a:lnTo>
                    <a:pt x="72" y="74"/>
                  </a:lnTo>
                </a:path>
              </a:pathLst>
            </a:custGeom>
            <a:noFill/>
            <a:ln w="33020" cap="rnd">
              <a:solidFill>
                <a:srgbClr val="F5A623"/>
              </a:solidFill>
              <a:round/>
            </a:ln>
          </p:spPr>
          <p:txBody>
            <a:bodyPr/>
            <a:lstStyle/>
            <a:p>
              <a:endParaRPr/>
            </a:p>
          </p:txBody>
        </p:sp>
        <p:sp>
          <p:nvSpPr>
            <p:cNvPr id="24" name="e"/>
            <p:cNvSpPr/>
            <p:nvPr/>
          </p:nvSpPr>
          <p:spPr>
            <a:xfrm>
              <a:off x="38" y="22"/>
              <a:ext cx="24" cy="24"/>
            </a:xfrm>
            <a:prstGeom prst="ellipse">
              <a:avLst/>
            </a:prstGeom>
            <a:noFill/>
            <a:ln w="33020">
              <a:solidFill>
                <a:srgbClr val="F5A623"/>
              </a:solidFill>
            </a:ln>
          </p:spPr>
          <p:txBody>
            <a:bodyPr/>
            <a:lstStyle/>
            <a:p>
              <a:endParaRPr/>
            </a:p>
          </p:txBody>
        </p:sp>
      </p:grpSp>
      <p:sp>
        <p:nvSpPr>
          <p:cNvPr id="200656" name="TextBox 200655"/>
          <p:cNvSpPr txBox="1"/>
          <p:nvPr/>
        </p:nvSpPr>
        <p:spPr>
          <a:xfrm>
            <a:off x="1152144" y="2743200"/>
            <a:ext cx="1810512" cy="161583"/>
          </a:xfrm>
          <a:prstGeom prst="rect">
            <a:avLst/>
          </a:prstGeom>
          <a:noFill/>
        </p:spPr>
        <p:txBody>
          <a:bodyPr wrap="square" lIns="0" tIns="0" rIns="0" bIns="0">
            <a:spAutoFit/>
          </a:bodyPr>
          <a:lstStyle/>
          <a:p>
            <a:pPr algn="l"/>
            <a:r>
              <a:rPr lang="en-US" sz="1050" b="1">
                <a:solidFill>
                  <a:srgbClr val="0A0A0A"/>
                </a:solidFill>
                <a:latin typeface="Aptos Display"/>
              </a:rPr>
              <a:t>Faster to Market</a:t>
            </a:r>
          </a:p>
        </p:txBody>
      </p:sp>
      <p:sp>
        <p:nvSpPr>
          <p:cNvPr id="200657" name="TextBox 200656"/>
          <p:cNvSpPr txBox="1"/>
          <p:nvPr/>
        </p:nvSpPr>
        <p:spPr>
          <a:xfrm>
            <a:off x="640080" y="3438144"/>
            <a:ext cx="2304288" cy="246221"/>
          </a:xfrm>
          <a:prstGeom prst="rect">
            <a:avLst/>
          </a:prstGeom>
          <a:noFill/>
        </p:spPr>
        <p:txBody>
          <a:bodyPr wrap="square" lIns="0" tIns="0" rIns="0" bIns="0">
            <a:spAutoFit/>
          </a:bodyPr>
          <a:lstStyle/>
          <a:p>
            <a:pPr algn="l"/>
            <a:r>
              <a:rPr lang="en-US" sz="800" b="0">
                <a:solidFill>
                  <a:srgbClr val="4A4A4A"/>
                </a:solidFill>
                <a:latin typeface="Aptos"/>
              </a:rPr>
              <a:t>Weeks to launch instead of 6 to 12 months of in-house build.</a:t>
            </a:r>
          </a:p>
        </p:txBody>
      </p:sp>
      <p:sp>
        <p:nvSpPr>
          <p:cNvPr id="200658" name="Rounded Rectangle 200657"/>
          <p:cNvSpPr/>
          <p:nvPr/>
        </p:nvSpPr>
        <p:spPr>
          <a:xfrm>
            <a:off x="3255264" y="2615184"/>
            <a:ext cx="2633472" cy="1207008"/>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659" name="Rectangle 200658"/>
          <p:cNvSpPr/>
          <p:nvPr/>
        </p:nvSpPr>
        <p:spPr>
          <a:xfrm>
            <a:off x="3255264" y="2743200"/>
            <a:ext cx="50292" cy="950976"/>
          </a:xfrm>
          <a:prstGeom prst="rect">
            <a:avLst/>
          </a:prstGeom>
          <a:solidFill>
            <a:srgbClr val="F0A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660" name="Rounded Rectangle 200659"/>
          <p:cNvSpPr/>
          <p:nvPr/>
        </p:nvSpPr>
        <p:spPr>
          <a:xfrm>
            <a:off x="3438144" y="2743200"/>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5" name="icon-check"/>
          <p:cNvGrpSpPr/>
          <p:nvPr/>
        </p:nvGrpSpPr>
        <p:grpSpPr>
          <a:xfrm>
            <a:off x="3534705" y="2839761"/>
            <a:ext cx="209215" cy="209215"/>
            <a:chOff x="0" y="0"/>
            <a:chExt cx="100" cy="100"/>
          </a:xfrm>
        </p:grpSpPr>
        <p:sp>
          <p:nvSpPr>
            <p:cNvPr id="26" name="g"/>
            <p:cNvSpPr/>
            <p:nvPr/>
          </p:nvSpPr>
          <p:spPr>
            <a:xfrm>
              <a:off x="0" y="0"/>
              <a:ext cx="100" cy="100"/>
            </a:xfrm>
            <a:custGeom>
              <a:avLst/>
              <a:gdLst/>
              <a:ahLst/>
              <a:cxnLst/>
              <a:rect l="0" t="0" r="100" b="100"/>
              <a:pathLst>
                <a:path w="100" h="100" fill="none">
                  <a:moveTo>
                    <a:pt x="26" y="52"/>
                  </a:moveTo>
                  <a:lnTo>
                    <a:pt x="43" y="70"/>
                  </a:lnTo>
                  <a:lnTo>
                    <a:pt x="76" y="32"/>
                  </a:lnTo>
                </a:path>
              </a:pathLst>
            </a:custGeom>
            <a:noFill/>
            <a:ln w="33020" cap="rnd">
              <a:solidFill>
                <a:srgbClr val="F0A03C"/>
              </a:solidFill>
              <a:round/>
            </a:ln>
          </p:spPr>
          <p:txBody>
            <a:bodyPr/>
            <a:lstStyle/>
            <a:p>
              <a:endParaRPr/>
            </a:p>
          </p:txBody>
        </p:sp>
      </p:grpSp>
      <p:sp>
        <p:nvSpPr>
          <p:cNvPr id="200661" name="TextBox 200660"/>
          <p:cNvSpPr txBox="1"/>
          <p:nvPr/>
        </p:nvSpPr>
        <p:spPr>
          <a:xfrm>
            <a:off x="3950208" y="2743200"/>
            <a:ext cx="1810512" cy="161583"/>
          </a:xfrm>
          <a:prstGeom prst="rect">
            <a:avLst/>
          </a:prstGeom>
          <a:noFill/>
        </p:spPr>
        <p:txBody>
          <a:bodyPr wrap="square" lIns="0" tIns="0" rIns="0" bIns="0">
            <a:spAutoFit/>
          </a:bodyPr>
          <a:lstStyle/>
          <a:p>
            <a:pPr algn="l"/>
            <a:r>
              <a:rPr lang="en-US" sz="1050" b="1">
                <a:solidFill>
                  <a:srgbClr val="0A0A0A"/>
                </a:solidFill>
                <a:latin typeface="Aptos Display"/>
              </a:rPr>
              <a:t>Single Accountability</a:t>
            </a:r>
          </a:p>
        </p:txBody>
      </p:sp>
      <p:sp>
        <p:nvSpPr>
          <p:cNvPr id="200662" name="TextBox 200661"/>
          <p:cNvSpPr txBox="1"/>
          <p:nvPr/>
        </p:nvSpPr>
        <p:spPr>
          <a:xfrm>
            <a:off x="3438144" y="3438144"/>
            <a:ext cx="2304288" cy="246221"/>
          </a:xfrm>
          <a:prstGeom prst="rect">
            <a:avLst/>
          </a:prstGeom>
          <a:noFill/>
        </p:spPr>
        <p:txBody>
          <a:bodyPr wrap="square" lIns="0" tIns="0" rIns="0" bIns="0">
            <a:spAutoFit/>
          </a:bodyPr>
          <a:lstStyle/>
          <a:p>
            <a:pPr algn="l"/>
            <a:r>
              <a:rPr lang="en-US" sz="800" b="0">
                <a:solidFill>
                  <a:srgbClr val="4A4A4A"/>
                </a:solidFill>
                <a:latin typeface="Aptos"/>
              </a:rPr>
              <a:t>One partner for build, bank tie-up, certification and go-live.</a:t>
            </a:r>
          </a:p>
        </p:txBody>
      </p:sp>
      <p:sp>
        <p:nvSpPr>
          <p:cNvPr id="200663" name="Rounded Rectangle 200662"/>
          <p:cNvSpPr/>
          <p:nvPr/>
        </p:nvSpPr>
        <p:spPr>
          <a:xfrm>
            <a:off x="6053328" y="2615184"/>
            <a:ext cx="2633472" cy="1207008"/>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664" name="Rectangle 200663"/>
          <p:cNvSpPr/>
          <p:nvPr/>
        </p:nvSpPr>
        <p:spPr>
          <a:xfrm>
            <a:off x="6053328" y="2743200"/>
            <a:ext cx="50292" cy="950976"/>
          </a:xfrm>
          <a:prstGeom prst="rect">
            <a:avLst/>
          </a:prstGeom>
          <a:solidFill>
            <a:srgbClr val="F5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665" name="Rounded Rectangle 200664"/>
          <p:cNvSpPr/>
          <p:nvPr/>
        </p:nvSpPr>
        <p:spPr>
          <a:xfrm>
            <a:off x="6236208" y="2743200"/>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7" name="icon-handshake"/>
          <p:cNvGrpSpPr/>
          <p:nvPr/>
        </p:nvGrpSpPr>
        <p:grpSpPr>
          <a:xfrm>
            <a:off x="6332769" y="2839761"/>
            <a:ext cx="209215" cy="209215"/>
            <a:chOff x="0" y="0"/>
            <a:chExt cx="100" cy="100"/>
          </a:xfrm>
        </p:grpSpPr>
        <p:sp>
          <p:nvSpPr>
            <p:cNvPr id="28" name="g"/>
            <p:cNvSpPr/>
            <p:nvPr/>
          </p:nvSpPr>
          <p:spPr>
            <a:xfrm>
              <a:off x="0" y="0"/>
              <a:ext cx="100" cy="100"/>
            </a:xfrm>
            <a:custGeom>
              <a:avLst/>
              <a:gdLst/>
              <a:ahLst/>
              <a:cxnLst/>
              <a:rect l="0" t="0" r="100" b="100"/>
              <a:pathLst>
                <a:path w="100" h="100" fill="none">
                  <a:moveTo>
                    <a:pt x="6" y="50"/>
                  </a:moveTo>
                  <a:lnTo>
                    <a:pt x="38" y="50"/>
                  </a:lnTo>
                  <a:moveTo>
                    <a:pt x="27" y="38"/>
                  </a:moveTo>
                  <a:lnTo>
                    <a:pt x="39" y="50"/>
                  </a:lnTo>
                  <a:lnTo>
                    <a:pt x="27" y="62"/>
                  </a:lnTo>
                  <a:moveTo>
                    <a:pt x="94" y="50"/>
                  </a:moveTo>
                  <a:lnTo>
                    <a:pt x="62" y="50"/>
                  </a:lnTo>
                  <a:moveTo>
                    <a:pt x="73" y="38"/>
                  </a:moveTo>
                  <a:lnTo>
                    <a:pt x="61" y="50"/>
                  </a:lnTo>
                  <a:lnTo>
                    <a:pt x="73" y="62"/>
                  </a:lnTo>
                </a:path>
              </a:pathLst>
            </a:custGeom>
            <a:noFill/>
            <a:ln w="33020" cap="rnd">
              <a:solidFill>
                <a:srgbClr val="F58C33"/>
              </a:solidFill>
              <a:round/>
            </a:ln>
          </p:spPr>
          <p:txBody>
            <a:bodyPr/>
            <a:lstStyle/>
            <a:p>
              <a:endParaRPr/>
            </a:p>
          </p:txBody>
        </p:sp>
        <p:sp>
          <p:nvSpPr>
            <p:cNvPr id="29" name="e"/>
            <p:cNvSpPr/>
            <p:nvPr/>
          </p:nvSpPr>
          <p:spPr>
            <a:xfrm>
              <a:off x="42" y="42"/>
              <a:ext cx="16" cy="16"/>
            </a:xfrm>
            <a:prstGeom prst="ellipse">
              <a:avLst/>
            </a:prstGeom>
            <a:solidFill>
              <a:srgbClr val="F58C33"/>
            </a:solidFill>
            <a:ln>
              <a:noFill/>
            </a:ln>
          </p:spPr>
          <p:txBody>
            <a:bodyPr/>
            <a:lstStyle/>
            <a:p>
              <a:endParaRPr/>
            </a:p>
          </p:txBody>
        </p:sp>
      </p:grpSp>
      <p:sp>
        <p:nvSpPr>
          <p:cNvPr id="200666" name="TextBox 200665"/>
          <p:cNvSpPr txBox="1"/>
          <p:nvPr/>
        </p:nvSpPr>
        <p:spPr>
          <a:xfrm>
            <a:off x="6748272" y="2743200"/>
            <a:ext cx="1810512" cy="161583"/>
          </a:xfrm>
          <a:prstGeom prst="rect">
            <a:avLst/>
          </a:prstGeom>
          <a:noFill/>
        </p:spPr>
        <p:txBody>
          <a:bodyPr wrap="square" lIns="0" tIns="0" rIns="0" bIns="0">
            <a:spAutoFit/>
          </a:bodyPr>
          <a:lstStyle/>
          <a:p>
            <a:pPr algn="l"/>
            <a:r>
              <a:rPr lang="en-US" sz="1050" b="1">
                <a:solidFill>
                  <a:srgbClr val="0A0A0A"/>
                </a:solidFill>
                <a:latin typeface="Aptos Display"/>
              </a:rPr>
              <a:t>Support After Launch</a:t>
            </a:r>
          </a:p>
        </p:txBody>
      </p:sp>
      <p:sp>
        <p:nvSpPr>
          <p:cNvPr id="200667" name="TextBox 200666"/>
          <p:cNvSpPr txBox="1"/>
          <p:nvPr/>
        </p:nvSpPr>
        <p:spPr>
          <a:xfrm>
            <a:off x="6236208" y="3438144"/>
            <a:ext cx="2304288" cy="246221"/>
          </a:xfrm>
          <a:prstGeom prst="rect">
            <a:avLst/>
          </a:prstGeom>
          <a:noFill/>
        </p:spPr>
        <p:txBody>
          <a:bodyPr wrap="square" lIns="0" tIns="0" rIns="0" bIns="0">
            <a:spAutoFit/>
          </a:bodyPr>
          <a:lstStyle/>
          <a:p>
            <a:pPr algn="l"/>
            <a:r>
              <a:rPr lang="en-US" sz="800" b="0">
                <a:solidFill>
                  <a:srgbClr val="4A4A4A"/>
                </a:solidFill>
                <a:latin typeface="Aptos"/>
              </a:rPr>
              <a:t>Dedicated pods that run and evolve your platform as volumes grow.</a:t>
            </a:r>
          </a:p>
        </p:txBody>
      </p:sp>
      <p:sp>
        <p:nvSpPr>
          <p:cNvPr id="200668" name="Rounded Rectangle 200667"/>
          <p:cNvSpPr/>
          <p:nvPr/>
        </p:nvSpPr>
        <p:spPr>
          <a:xfrm>
            <a:off x="457200" y="3950208"/>
            <a:ext cx="8229600" cy="530352"/>
          </a:xfrm>
          <a:prstGeom prst="roundRect">
            <a:avLst>
              <a:gd name="adj" fmla="val 14000"/>
            </a:avLst>
          </a:prstGeom>
          <a:solidFill>
            <a:srgbClr val="FAFAFA"/>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669" name="Rectangle 200668"/>
          <p:cNvSpPr/>
          <p:nvPr/>
        </p:nvSpPr>
        <p:spPr>
          <a:xfrm>
            <a:off x="457200" y="4041648"/>
            <a:ext cx="41148" cy="347472"/>
          </a:xfrm>
          <a:prstGeom prst="rect">
            <a:avLst/>
          </a:prstGeom>
          <a:solidFill>
            <a:srgbClr val="F57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670" name="TextBox 200669"/>
          <p:cNvSpPr txBox="1"/>
          <p:nvPr/>
        </p:nvSpPr>
        <p:spPr>
          <a:xfrm>
            <a:off x="658368" y="4023360"/>
            <a:ext cx="7863840" cy="115416"/>
          </a:xfrm>
          <a:prstGeom prst="rect">
            <a:avLst/>
          </a:prstGeom>
          <a:noFill/>
        </p:spPr>
        <p:txBody>
          <a:bodyPr wrap="square" lIns="0" tIns="0" rIns="0" bIns="0">
            <a:spAutoFit/>
          </a:bodyPr>
          <a:lstStyle/>
          <a:p>
            <a:pPr algn="l"/>
            <a:r>
              <a:rPr lang="en-US" sz="750" b="1" spc="120">
                <a:solidFill>
                  <a:srgbClr val="F57C1F"/>
                </a:solidFill>
                <a:latin typeface="Aptos"/>
              </a:rPr>
              <a:t>WHY IT MATTERS</a:t>
            </a:r>
          </a:p>
        </p:txBody>
      </p:sp>
      <p:sp>
        <p:nvSpPr>
          <p:cNvPr id="200671" name="TextBox 200670"/>
          <p:cNvSpPr txBox="1"/>
          <p:nvPr/>
        </p:nvSpPr>
        <p:spPr>
          <a:xfrm>
            <a:off x="658368" y="4197096"/>
            <a:ext cx="7863840" cy="148887"/>
          </a:xfrm>
          <a:prstGeom prst="rect">
            <a:avLst/>
          </a:prstGeom>
          <a:noFill/>
        </p:spPr>
        <p:txBody>
          <a:bodyPr wrap="square" lIns="0" tIns="0" rIns="0" bIns="0" anchor="t">
            <a:spAutoFit/>
          </a:bodyPr>
          <a:lstStyle/>
          <a:p>
            <a:pPr>
              <a:lnSpc>
                <a:spcPct val="105000"/>
              </a:lnSpc>
            </a:pPr>
            <a:r>
              <a:rPr lang="en-US" sz="950" b="0">
                <a:solidFill>
                  <a:srgbClr val="0A0A0A"/>
                </a:solidFill>
                <a:latin typeface="Aptos"/>
              </a:rPr>
              <a:t>Founders stay with RazorSharpFocus because our accountability does not end at go-live.</a:t>
            </a:r>
          </a:p>
        </p:txBody>
      </p:sp>
      <p:sp>
        <p:nvSpPr>
          <p:cNvPr id="31" name="TextBox 30">
            <a:extLst>
              <a:ext uri="{FF2B5EF4-FFF2-40B4-BE49-F238E27FC236}">
                <a16:creationId xmlns:a16="http://schemas.microsoft.com/office/drawing/2014/main" id="{3D4404A5-4903-0CE4-863D-FF25818E522F}"/>
              </a:ext>
            </a:extLst>
          </p:cNvPr>
          <p:cNvSpPr txBox="1"/>
          <p:nvPr/>
        </p:nvSpPr>
        <p:spPr>
          <a:xfrm>
            <a:off x="457200" y="4864608"/>
            <a:ext cx="4572000" cy="123111"/>
          </a:xfrm>
          <a:prstGeom prst="rect">
            <a:avLst/>
          </a:prstGeom>
          <a:noFill/>
        </p:spPr>
        <p:txBody>
          <a:bodyPr wrap="square" lIns="0" tIns="0" rIns="0" bIns="0" anchor="t">
            <a:spAutoFit/>
          </a:bodyPr>
          <a:lstStyle/>
          <a:p>
            <a:r>
              <a:rPr lang="en-US" sz="800" err="1">
                <a:solidFill>
                  <a:srgbClr val="4A4A4A"/>
                </a:solidFill>
                <a:latin typeface="Aptos"/>
              </a:rPr>
              <a:t>RazorSharpFocus</a:t>
            </a:r>
            <a:r>
              <a:rPr lang="en-US" sz="800">
                <a:solidFill>
                  <a:srgbClr val="4A4A4A"/>
                </a:solidFill>
                <a:latin typeface="Aptos"/>
              </a:rPr>
              <a:t> Intelligence </a:t>
            </a:r>
            <a:r>
              <a:rPr lang="en-US" sz="800" b="0">
                <a:solidFill>
                  <a:srgbClr val="4A4A4A"/>
                </a:solidFill>
                <a:latin typeface="Aptos"/>
              </a:rPr>
              <a:t> Private Limited</a:t>
            </a:r>
          </a:p>
        </p:txBody>
      </p:sp>
      <p:sp>
        <p:nvSpPr>
          <p:cNvPr id="33" name="TextBox 32">
            <a:extLst>
              <a:ext uri="{FF2B5EF4-FFF2-40B4-BE49-F238E27FC236}">
                <a16:creationId xmlns:a16="http://schemas.microsoft.com/office/drawing/2014/main" id="{3EABCC19-5814-A1D6-A91F-57649A5B1BE4}"/>
              </a:ext>
            </a:extLst>
          </p:cNvPr>
          <p:cNvSpPr txBox="1"/>
          <p:nvPr/>
        </p:nvSpPr>
        <p:spPr>
          <a:xfrm>
            <a:off x="2743200" y="4864608"/>
            <a:ext cx="3657600" cy="123111"/>
          </a:xfrm>
          <a:prstGeom prst="rect">
            <a:avLst/>
          </a:prstGeom>
          <a:noFill/>
        </p:spPr>
        <p:txBody>
          <a:bodyPr wrap="square" lIns="0" tIns="0" rIns="0" bIns="0" anchor="t">
            <a:spAutoFit/>
          </a:bodyPr>
          <a:lstStyle/>
          <a:p>
            <a:pPr algn="ctr"/>
            <a:r>
              <a:rPr lang="en-US" sz="800">
                <a:solidFill>
                  <a:schemeClr val="bg1">
                    <a:lumMod val="49000"/>
                  </a:schemeClr>
                </a:solidFill>
                <a:latin typeface="Calibri"/>
                <a:ea typeface="Calibri"/>
                <a:cs typeface="Calibri"/>
              </a:rPr>
              <a:t>Engineering Intelligent Business Execution</a:t>
            </a:r>
            <a:endParaRPr lang="en-US">
              <a:solidFill>
                <a:schemeClr val="bg1">
                  <a:lumMod val="49000"/>
                </a:schemeClr>
              </a:solidFill>
              <a:ea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0292"/>
          </a:xfrm>
          <a:prstGeom prst="rect">
            <a:avLst/>
          </a:prstGeom>
          <a:gradFill>
            <a:gsLst>
              <a:gs pos="0">
                <a:srgbClr val="F57C1F"/>
              </a:gs>
              <a:gs pos="100000">
                <a:srgbClr val="FF7A00"/>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283464"/>
            <a:ext cx="146304" cy="146304"/>
          </a:xfrm>
          <a:prstGeom prst="roundRect">
            <a:avLst>
              <a:gd name="adj" fmla="val 30000"/>
            </a:avLst>
          </a:prstGeom>
          <a:gradFill>
            <a:gsLst>
              <a:gs pos="0">
                <a:srgbClr val="F57C1F"/>
              </a:gs>
              <a:gs pos="100000">
                <a:srgbClr val="FF7A00"/>
              </a:gs>
            </a:gsLst>
            <a:lin ang="27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94944" y="274320"/>
            <a:ext cx="6949440" cy="153888"/>
          </a:xfrm>
          <a:prstGeom prst="rect">
            <a:avLst/>
          </a:prstGeom>
          <a:noFill/>
        </p:spPr>
        <p:txBody>
          <a:bodyPr wrap="square" lIns="0" tIns="0" rIns="0" bIns="0">
            <a:spAutoFit/>
          </a:bodyPr>
          <a:lstStyle/>
          <a:p>
            <a:pPr algn="l"/>
            <a:r>
              <a:rPr lang="en-US" sz="1000" b="1" spc="180">
                <a:solidFill>
                  <a:srgbClr val="F57C1F"/>
                </a:solidFill>
                <a:latin typeface="Aptos"/>
              </a:rPr>
              <a:t>LEADERSHIP</a:t>
            </a:r>
          </a:p>
        </p:txBody>
      </p:sp>
      <p:sp>
        <p:nvSpPr>
          <p:cNvPr id="6" name="TextBox 5"/>
          <p:cNvSpPr txBox="1"/>
          <p:nvPr/>
        </p:nvSpPr>
        <p:spPr>
          <a:xfrm>
            <a:off x="457200" y="584990"/>
            <a:ext cx="8229600" cy="292834"/>
          </a:xfrm>
          <a:prstGeom prst="rect">
            <a:avLst/>
          </a:prstGeom>
          <a:noFill/>
        </p:spPr>
        <p:txBody>
          <a:bodyPr wrap="square" lIns="0" tIns="0" rIns="0" bIns="0" anchor="b">
            <a:normAutofit/>
          </a:bodyPr>
          <a:lstStyle/>
          <a:p>
            <a:pPr algn="l"/>
            <a:r>
              <a:rPr lang="en-US" sz="2200" b="1">
                <a:solidFill>
                  <a:srgbClr val="0A0A0A"/>
                </a:solidFill>
                <a:latin typeface="Aptos Display"/>
              </a:rPr>
              <a:t>Led by an Engineer Who Has Run Payment Systems at Scale</a:t>
            </a:r>
          </a:p>
        </p:txBody>
      </p:sp>
      <p:sp>
        <p:nvSpPr>
          <p:cNvPr id="7" name="TextBox 6"/>
          <p:cNvSpPr txBox="1"/>
          <p:nvPr/>
        </p:nvSpPr>
        <p:spPr>
          <a:xfrm>
            <a:off x="457200" y="905256"/>
            <a:ext cx="8229600" cy="176972"/>
          </a:xfrm>
          <a:prstGeom prst="rect">
            <a:avLst/>
          </a:prstGeom>
          <a:noFill/>
        </p:spPr>
        <p:txBody>
          <a:bodyPr wrap="square" lIns="0" tIns="0" rIns="0" bIns="0">
            <a:spAutoFit/>
          </a:bodyPr>
          <a:lstStyle/>
          <a:p>
            <a:pPr algn="l"/>
            <a:r>
              <a:rPr lang="en-US" sz="1150" b="0">
                <a:solidFill>
                  <a:srgbClr val="4A4A4A"/>
                </a:solidFill>
                <a:latin typeface="Aptos"/>
              </a:rPr>
              <a:t>Founder-led, payments-deep and accountable at the top.</a:t>
            </a:r>
          </a:p>
        </p:txBody>
      </p:sp>
      <p:cxnSp>
        <p:nvCxnSpPr>
          <p:cNvPr id="8" name="Connector 7"/>
          <p:cNvCxnSpPr/>
          <p:nvPr/>
        </p:nvCxnSpPr>
        <p:spPr>
          <a:xfrm>
            <a:off x="457200" y="4828032"/>
            <a:ext cx="8229600" cy="0"/>
          </a:xfrm>
          <a:prstGeom prst="line">
            <a:avLst/>
          </a:prstGeom>
          <a:ln w="9525">
            <a:solidFill>
              <a:srgbClr val="E6E6E6"/>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589520" y="4864608"/>
            <a:ext cx="1097280" cy="123111"/>
          </a:xfrm>
          <a:prstGeom prst="rect">
            <a:avLst/>
          </a:prstGeom>
          <a:noFill/>
        </p:spPr>
        <p:txBody>
          <a:bodyPr wrap="square" lIns="0" tIns="0" rIns="0" bIns="0">
            <a:spAutoFit/>
          </a:bodyPr>
          <a:lstStyle/>
          <a:p>
            <a:pPr algn="r"/>
            <a:r>
              <a:rPr lang="en-US" sz="800" b="0">
                <a:solidFill>
                  <a:srgbClr val="4A4A4A"/>
                </a:solidFill>
                <a:latin typeface="Aptos"/>
              </a:rPr>
              <a:t>10 / 11</a:t>
            </a:r>
          </a:p>
        </p:txBody>
      </p:sp>
      <p:sp>
        <p:nvSpPr>
          <p:cNvPr id="12" name="Rounded Rectangle 11"/>
          <p:cNvSpPr/>
          <p:nvPr/>
        </p:nvSpPr>
        <p:spPr>
          <a:xfrm>
            <a:off x="457200" y="1280160"/>
            <a:ext cx="2633472" cy="1207008"/>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1408176"/>
            <a:ext cx="50292" cy="950976"/>
          </a:xfrm>
          <a:prstGeom prst="rect">
            <a:avLst/>
          </a:prstGeom>
          <a:solidFill>
            <a:srgbClr val="F57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40080" y="1408176"/>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00656" name="icon-layers"/>
          <p:cNvGrpSpPr/>
          <p:nvPr/>
        </p:nvGrpSpPr>
        <p:grpSpPr>
          <a:xfrm>
            <a:off x="736641" y="1504737"/>
            <a:ext cx="209215" cy="209215"/>
            <a:chOff x="0" y="0"/>
            <a:chExt cx="100" cy="100"/>
          </a:xfrm>
        </p:grpSpPr>
        <p:sp>
          <p:nvSpPr>
            <p:cNvPr id="200657" name="g"/>
            <p:cNvSpPr/>
            <p:nvPr/>
          </p:nvSpPr>
          <p:spPr>
            <a:xfrm>
              <a:off x="0" y="0"/>
              <a:ext cx="100" cy="100"/>
            </a:xfrm>
            <a:custGeom>
              <a:avLst/>
              <a:gdLst/>
              <a:ahLst/>
              <a:cxnLst/>
              <a:rect l="0" t="0" r="100" b="100"/>
              <a:pathLst>
                <a:path w="100" h="100" fill="none">
                  <a:moveTo>
                    <a:pt x="50" y="8"/>
                  </a:moveTo>
                  <a:lnTo>
                    <a:pt x="92" y="30"/>
                  </a:lnTo>
                  <a:lnTo>
                    <a:pt x="50" y="52"/>
                  </a:lnTo>
                  <a:lnTo>
                    <a:pt x="8" y="30"/>
                  </a:lnTo>
                  <a:close/>
                  <a:moveTo>
                    <a:pt x="8" y="50"/>
                  </a:moveTo>
                  <a:lnTo>
                    <a:pt x="50" y="72"/>
                  </a:lnTo>
                  <a:lnTo>
                    <a:pt x="92" y="50"/>
                  </a:lnTo>
                  <a:moveTo>
                    <a:pt x="8" y="70"/>
                  </a:moveTo>
                  <a:lnTo>
                    <a:pt x="50" y="92"/>
                  </a:lnTo>
                  <a:lnTo>
                    <a:pt x="92" y="70"/>
                  </a:lnTo>
                </a:path>
              </a:pathLst>
            </a:custGeom>
            <a:noFill/>
            <a:ln w="33020" cap="rnd">
              <a:solidFill>
                <a:srgbClr val="F57C1F"/>
              </a:solidFill>
              <a:round/>
            </a:ln>
          </p:spPr>
          <p:txBody>
            <a:bodyPr/>
            <a:lstStyle/>
            <a:p>
              <a:endParaRPr/>
            </a:p>
          </p:txBody>
        </p:sp>
      </p:grpSp>
      <p:sp>
        <p:nvSpPr>
          <p:cNvPr id="200658" name="TextBox 200657"/>
          <p:cNvSpPr txBox="1"/>
          <p:nvPr/>
        </p:nvSpPr>
        <p:spPr>
          <a:xfrm>
            <a:off x="1152144" y="1408176"/>
            <a:ext cx="1810512" cy="153888"/>
          </a:xfrm>
          <a:prstGeom prst="rect">
            <a:avLst/>
          </a:prstGeom>
          <a:noFill/>
        </p:spPr>
        <p:txBody>
          <a:bodyPr wrap="square" lIns="0" tIns="0" rIns="0" bIns="0" anchor="t">
            <a:spAutoFit/>
          </a:bodyPr>
          <a:lstStyle/>
          <a:p>
            <a:pPr algn="l"/>
            <a:r>
              <a:rPr lang="en-US" sz="1000" b="1">
                <a:solidFill>
                  <a:srgbClr val="0A0A0A"/>
                </a:solidFill>
                <a:latin typeface="Aptos Display"/>
              </a:rPr>
              <a:t>Founder</a:t>
            </a:r>
          </a:p>
        </p:txBody>
      </p:sp>
      <p:sp>
        <p:nvSpPr>
          <p:cNvPr id="200659" name="TextBox 200658"/>
          <p:cNvSpPr txBox="1"/>
          <p:nvPr/>
        </p:nvSpPr>
        <p:spPr>
          <a:xfrm>
            <a:off x="1151177" y="1601315"/>
            <a:ext cx="2304288" cy="230832"/>
          </a:xfrm>
          <a:prstGeom prst="rect">
            <a:avLst/>
          </a:prstGeom>
          <a:noFill/>
        </p:spPr>
        <p:txBody>
          <a:bodyPr wrap="square" lIns="0" tIns="0" rIns="0" bIns="0" anchor="t">
            <a:spAutoFit/>
          </a:bodyPr>
          <a:lstStyle/>
          <a:p>
            <a:r>
              <a:rPr lang="en-US" sz="750">
                <a:solidFill>
                  <a:srgbClr val="4A4A4A"/>
                </a:solidFill>
                <a:latin typeface="Aptos"/>
              </a:rPr>
              <a:t>Amit Kumar Tyagi,</a:t>
            </a:r>
            <a:r>
              <a:rPr lang="en-US" sz="750" b="0">
                <a:solidFill>
                  <a:srgbClr val="4A4A4A"/>
                </a:solidFill>
                <a:latin typeface="Aptos"/>
              </a:rPr>
              <a:t> Founder</a:t>
            </a:r>
            <a:endParaRPr lang="en-US" sz="750">
              <a:solidFill>
                <a:srgbClr val="4A4A4A"/>
              </a:solidFill>
              <a:latin typeface="Aptos"/>
            </a:endParaRPr>
          </a:p>
          <a:p>
            <a:r>
              <a:rPr lang="en-US" sz="750" b="0" err="1">
                <a:solidFill>
                  <a:srgbClr val="4A4A4A"/>
                </a:solidFill>
                <a:latin typeface="Aptos"/>
              </a:rPr>
              <a:t>RazorSharpFocus</a:t>
            </a:r>
            <a:r>
              <a:rPr lang="en-US" sz="750" b="0">
                <a:solidFill>
                  <a:srgbClr val="4A4A4A"/>
                </a:solidFill>
                <a:latin typeface="Aptos"/>
              </a:rPr>
              <a:t> Intelligence Pvt. Ltd.</a:t>
            </a:r>
            <a:endParaRPr lang="en-US" sz="750" b="0">
              <a:solidFill>
                <a:srgbClr val="4A4A4A"/>
              </a:solidFill>
              <a:ea typeface="+mn-lt"/>
              <a:cs typeface="+mn-lt"/>
            </a:endParaRPr>
          </a:p>
        </p:txBody>
      </p:sp>
      <p:sp>
        <p:nvSpPr>
          <p:cNvPr id="200660" name="Rounded Rectangle 200659"/>
          <p:cNvSpPr/>
          <p:nvPr/>
        </p:nvSpPr>
        <p:spPr>
          <a:xfrm>
            <a:off x="3255264" y="1280160"/>
            <a:ext cx="2633472" cy="1207008"/>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661" name="Rectangle 200660"/>
          <p:cNvSpPr/>
          <p:nvPr/>
        </p:nvSpPr>
        <p:spPr>
          <a:xfrm>
            <a:off x="3255264" y="1408176"/>
            <a:ext cx="50292" cy="950976"/>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662" name="Rounded Rectangle 200661"/>
          <p:cNvSpPr/>
          <p:nvPr/>
        </p:nvSpPr>
        <p:spPr>
          <a:xfrm>
            <a:off x="3438144" y="1408176"/>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 name="icon-check"/>
          <p:cNvGrpSpPr/>
          <p:nvPr/>
        </p:nvGrpSpPr>
        <p:grpSpPr>
          <a:xfrm>
            <a:off x="3534705" y="1504737"/>
            <a:ext cx="209215" cy="209215"/>
            <a:chOff x="0" y="0"/>
            <a:chExt cx="100" cy="100"/>
          </a:xfrm>
        </p:grpSpPr>
        <p:sp>
          <p:nvSpPr>
            <p:cNvPr id="16" name="g"/>
            <p:cNvSpPr/>
            <p:nvPr/>
          </p:nvSpPr>
          <p:spPr>
            <a:xfrm>
              <a:off x="0" y="0"/>
              <a:ext cx="100" cy="100"/>
            </a:xfrm>
            <a:custGeom>
              <a:avLst/>
              <a:gdLst/>
              <a:ahLst/>
              <a:cxnLst/>
              <a:rect l="0" t="0" r="100" b="100"/>
              <a:pathLst>
                <a:path w="100" h="100" fill="none">
                  <a:moveTo>
                    <a:pt x="26" y="52"/>
                  </a:moveTo>
                  <a:lnTo>
                    <a:pt x="43" y="70"/>
                  </a:lnTo>
                  <a:lnTo>
                    <a:pt x="76" y="32"/>
                  </a:lnTo>
                </a:path>
              </a:pathLst>
            </a:custGeom>
            <a:noFill/>
            <a:ln w="33020" cap="rnd">
              <a:solidFill>
                <a:srgbClr val="FF7A00"/>
              </a:solidFill>
              <a:round/>
            </a:ln>
          </p:spPr>
          <p:txBody>
            <a:bodyPr/>
            <a:lstStyle/>
            <a:p>
              <a:endParaRPr/>
            </a:p>
          </p:txBody>
        </p:sp>
      </p:grpSp>
      <p:sp>
        <p:nvSpPr>
          <p:cNvPr id="200663" name="TextBox 200662"/>
          <p:cNvSpPr txBox="1"/>
          <p:nvPr/>
        </p:nvSpPr>
        <p:spPr>
          <a:xfrm>
            <a:off x="3950208" y="1408176"/>
            <a:ext cx="1810512" cy="153888"/>
          </a:xfrm>
          <a:prstGeom prst="rect">
            <a:avLst/>
          </a:prstGeom>
          <a:noFill/>
        </p:spPr>
        <p:txBody>
          <a:bodyPr wrap="square" lIns="0" tIns="0" rIns="0" bIns="0">
            <a:spAutoFit/>
          </a:bodyPr>
          <a:lstStyle/>
          <a:p>
            <a:pPr algn="l"/>
            <a:r>
              <a:rPr lang="en-US" sz="1000" b="1">
                <a:solidFill>
                  <a:srgbClr val="0A0A0A"/>
                </a:solidFill>
                <a:latin typeface="Aptos Display"/>
              </a:rPr>
              <a:t>25+ Years of Experience</a:t>
            </a:r>
          </a:p>
        </p:txBody>
      </p:sp>
      <p:sp>
        <p:nvSpPr>
          <p:cNvPr id="200664" name="TextBox 200663"/>
          <p:cNvSpPr txBox="1"/>
          <p:nvPr/>
        </p:nvSpPr>
        <p:spPr>
          <a:xfrm>
            <a:off x="3438144" y="2103120"/>
            <a:ext cx="2304288" cy="240066"/>
          </a:xfrm>
          <a:prstGeom prst="rect">
            <a:avLst/>
          </a:prstGeom>
          <a:noFill/>
        </p:spPr>
        <p:txBody>
          <a:bodyPr wrap="square" lIns="0" tIns="0" rIns="0" bIns="0">
            <a:spAutoFit/>
          </a:bodyPr>
          <a:lstStyle/>
          <a:p>
            <a:pPr algn="l"/>
            <a:r>
              <a:rPr lang="en-US" sz="780" b="0">
                <a:solidFill>
                  <a:srgbClr val="4A4A4A"/>
                </a:solidFill>
                <a:latin typeface="Aptos"/>
              </a:rPr>
              <a:t>Two and a half decades across banking, payments and fintech platform engineering.</a:t>
            </a:r>
          </a:p>
        </p:txBody>
      </p:sp>
      <p:sp>
        <p:nvSpPr>
          <p:cNvPr id="200665" name="Rounded Rectangle 200664"/>
          <p:cNvSpPr/>
          <p:nvPr/>
        </p:nvSpPr>
        <p:spPr>
          <a:xfrm>
            <a:off x="6053328" y="1280160"/>
            <a:ext cx="2633472" cy="1207008"/>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666" name="Rectangle 200665"/>
          <p:cNvSpPr/>
          <p:nvPr/>
        </p:nvSpPr>
        <p:spPr>
          <a:xfrm>
            <a:off x="6053328" y="1408176"/>
            <a:ext cx="50292" cy="950976"/>
          </a:xfrm>
          <a:prstGeom prst="rect">
            <a:avLst/>
          </a:prstGeom>
          <a:solidFill>
            <a:srgbClr val="E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667" name="Rounded Rectangle 200666"/>
          <p:cNvSpPr/>
          <p:nvPr/>
        </p:nvSpPr>
        <p:spPr>
          <a:xfrm>
            <a:off x="6236208" y="1408176"/>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7" name="icon-link"/>
          <p:cNvGrpSpPr/>
          <p:nvPr/>
        </p:nvGrpSpPr>
        <p:grpSpPr>
          <a:xfrm>
            <a:off x="6332769" y="1504737"/>
            <a:ext cx="209215" cy="209215"/>
            <a:chOff x="0" y="0"/>
            <a:chExt cx="100" cy="100"/>
          </a:xfrm>
        </p:grpSpPr>
        <p:sp>
          <p:nvSpPr>
            <p:cNvPr id="18" name="g"/>
            <p:cNvSpPr/>
            <p:nvPr/>
          </p:nvSpPr>
          <p:spPr>
            <a:xfrm>
              <a:off x="0" y="0"/>
              <a:ext cx="100" cy="100"/>
            </a:xfrm>
            <a:custGeom>
              <a:avLst/>
              <a:gdLst/>
              <a:ahLst/>
              <a:cxnLst/>
              <a:rect l="0" t="0" r="100" b="100"/>
              <a:pathLst>
                <a:path w="100" h="100" fill="none">
                  <a:moveTo>
                    <a:pt x="40" y="50"/>
                  </a:moveTo>
                  <a:lnTo>
                    <a:pt x="60" y="50"/>
                  </a:lnTo>
                </a:path>
              </a:pathLst>
            </a:custGeom>
            <a:noFill/>
            <a:ln w="33020" cap="rnd">
              <a:solidFill>
                <a:srgbClr val="E8862B"/>
              </a:solidFill>
              <a:round/>
            </a:ln>
          </p:spPr>
          <p:txBody>
            <a:bodyPr/>
            <a:lstStyle/>
            <a:p>
              <a:endParaRPr/>
            </a:p>
          </p:txBody>
        </p:sp>
        <p:sp>
          <p:nvSpPr>
            <p:cNvPr id="19" name="e"/>
            <p:cNvSpPr/>
            <p:nvPr/>
          </p:nvSpPr>
          <p:spPr>
            <a:xfrm>
              <a:off x="23" y="33"/>
              <a:ext cx="34" cy="34"/>
            </a:xfrm>
            <a:prstGeom prst="ellipse">
              <a:avLst/>
            </a:prstGeom>
            <a:noFill/>
            <a:ln w="33020">
              <a:solidFill>
                <a:srgbClr val="E8862B"/>
              </a:solidFill>
            </a:ln>
          </p:spPr>
          <p:txBody>
            <a:bodyPr/>
            <a:lstStyle/>
            <a:p>
              <a:endParaRPr/>
            </a:p>
          </p:txBody>
        </p:sp>
        <p:sp>
          <p:nvSpPr>
            <p:cNvPr id="20" name="e"/>
            <p:cNvSpPr/>
            <p:nvPr/>
          </p:nvSpPr>
          <p:spPr>
            <a:xfrm>
              <a:off x="43" y="33"/>
              <a:ext cx="34" cy="34"/>
            </a:xfrm>
            <a:prstGeom prst="ellipse">
              <a:avLst/>
            </a:prstGeom>
            <a:noFill/>
            <a:ln w="33020">
              <a:solidFill>
                <a:srgbClr val="E8862B"/>
              </a:solidFill>
            </a:ln>
          </p:spPr>
          <p:txBody>
            <a:bodyPr/>
            <a:lstStyle/>
            <a:p>
              <a:endParaRPr/>
            </a:p>
          </p:txBody>
        </p:sp>
      </p:grpSp>
      <p:sp>
        <p:nvSpPr>
          <p:cNvPr id="200668" name="TextBox 200667"/>
          <p:cNvSpPr txBox="1"/>
          <p:nvPr/>
        </p:nvSpPr>
        <p:spPr>
          <a:xfrm>
            <a:off x="6748272" y="1408176"/>
            <a:ext cx="1810512" cy="153888"/>
          </a:xfrm>
          <a:prstGeom prst="rect">
            <a:avLst/>
          </a:prstGeom>
          <a:noFill/>
        </p:spPr>
        <p:txBody>
          <a:bodyPr wrap="square" lIns="0" tIns="0" rIns="0" bIns="0">
            <a:spAutoFit/>
          </a:bodyPr>
          <a:lstStyle/>
          <a:p>
            <a:pPr algn="l"/>
            <a:r>
              <a:rPr lang="en-US" sz="1000" b="1">
                <a:solidFill>
                  <a:srgbClr val="0A0A0A"/>
                </a:solidFill>
                <a:latin typeface="Aptos Display"/>
              </a:rPr>
              <a:t>The Vision</a:t>
            </a:r>
          </a:p>
        </p:txBody>
      </p:sp>
      <p:sp>
        <p:nvSpPr>
          <p:cNvPr id="200669" name="TextBox 200668"/>
          <p:cNvSpPr txBox="1"/>
          <p:nvPr/>
        </p:nvSpPr>
        <p:spPr>
          <a:xfrm>
            <a:off x="6236208" y="2103120"/>
            <a:ext cx="2304288" cy="240066"/>
          </a:xfrm>
          <a:prstGeom prst="rect">
            <a:avLst/>
          </a:prstGeom>
          <a:noFill/>
        </p:spPr>
        <p:txBody>
          <a:bodyPr wrap="square" lIns="0" tIns="0" rIns="0" bIns="0">
            <a:spAutoFit/>
          </a:bodyPr>
          <a:lstStyle/>
          <a:p>
            <a:pPr algn="l"/>
            <a:r>
              <a:rPr lang="en-US" sz="780" b="0">
                <a:solidFill>
                  <a:srgbClr val="4A4A4A"/>
                </a:solidFill>
                <a:latin typeface="Aptos"/>
              </a:rPr>
              <a:t>To be the engineering partner every fintech founder can depend on from idea to scale.</a:t>
            </a:r>
          </a:p>
        </p:txBody>
      </p:sp>
      <p:sp>
        <p:nvSpPr>
          <p:cNvPr id="200670" name="Rounded Rectangle 200669"/>
          <p:cNvSpPr/>
          <p:nvPr/>
        </p:nvSpPr>
        <p:spPr>
          <a:xfrm>
            <a:off x="457200" y="2615184"/>
            <a:ext cx="2633472" cy="1207008"/>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671" name="Rectangle 200670"/>
          <p:cNvSpPr/>
          <p:nvPr/>
        </p:nvSpPr>
        <p:spPr>
          <a:xfrm>
            <a:off x="457200" y="2743200"/>
            <a:ext cx="50292" cy="950976"/>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672" name="Rounded Rectangle 200671"/>
          <p:cNvSpPr/>
          <p:nvPr/>
        </p:nvSpPr>
        <p:spPr>
          <a:xfrm>
            <a:off x="640080" y="2743200"/>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674" name="TextBox 200673"/>
          <p:cNvSpPr txBox="1"/>
          <p:nvPr/>
        </p:nvSpPr>
        <p:spPr>
          <a:xfrm>
            <a:off x="640080" y="3438144"/>
            <a:ext cx="2304288" cy="240066"/>
          </a:xfrm>
          <a:prstGeom prst="rect">
            <a:avLst/>
          </a:prstGeom>
          <a:noFill/>
        </p:spPr>
        <p:txBody>
          <a:bodyPr wrap="square" lIns="0" tIns="0" rIns="0" bIns="0">
            <a:spAutoFit/>
          </a:bodyPr>
          <a:lstStyle/>
          <a:p>
            <a:pPr algn="l"/>
            <a:r>
              <a:rPr lang="en-US" sz="780" b="0">
                <a:solidFill>
                  <a:srgbClr val="4A4A4A"/>
                </a:solidFill>
                <a:latin typeface="Aptos"/>
              </a:rPr>
              <a:t>Leadership stays close to delivery — every major engagement has executive ownership.</a:t>
            </a:r>
          </a:p>
        </p:txBody>
      </p:sp>
      <p:sp>
        <p:nvSpPr>
          <p:cNvPr id="200675" name="Rounded Rectangle 200674"/>
          <p:cNvSpPr/>
          <p:nvPr/>
        </p:nvSpPr>
        <p:spPr>
          <a:xfrm>
            <a:off x="3255264" y="2615184"/>
            <a:ext cx="2633472" cy="1207008"/>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676" name="Rectangle 200675"/>
          <p:cNvSpPr/>
          <p:nvPr/>
        </p:nvSpPr>
        <p:spPr>
          <a:xfrm>
            <a:off x="3255264" y="2743200"/>
            <a:ext cx="50292" cy="950976"/>
          </a:xfrm>
          <a:prstGeom prst="rect">
            <a:avLst/>
          </a:prstGeom>
          <a:solidFill>
            <a:srgbClr val="F5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677" name="Rounded Rectangle 200676"/>
          <p:cNvSpPr/>
          <p:nvPr/>
        </p:nvSpPr>
        <p:spPr>
          <a:xfrm>
            <a:off x="3438144" y="2743200"/>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1" name="icon-shield"/>
          <p:cNvGrpSpPr/>
          <p:nvPr/>
        </p:nvGrpSpPr>
        <p:grpSpPr>
          <a:xfrm>
            <a:off x="3534705" y="2839761"/>
            <a:ext cx="209215" cy="209215"/>
            <a:chOff x="0" y="0"/>
            <a:chExt cx="100" cy="100"/>
          </a:xfrm>
        </p:grpSpPr>
        <p:sp>
          <p:nvSpPr>
            <p:cNvPr id="22" name="g"/>
            <p:cNvSpPr/>
            <p:nvPr/>
          </p:nvSpPr>
          <p:spPr>
            <a:xfrm>
              <a:off x="0" y="0"/>
              <a:ext cx="100" cy="100"/>
            </a:xfrm>
            <a:custGeom>
              <a:avLst/>
              <a:gdLst/>
              <a:ahLst/>
              <a:cxnLst/>
              <a:rect l="0" t="0" r="100" b="100"/>
              <a:pathLst>
                <a:path w="100" h="100" fill="none">
                  <a:moveTo>
                    <a:pt x="50" y="16"/>
                  </a:moveTo>
                  <a:lnTo>
                    <a:pt x="80" y="26"/>
                  </a:lnTo>
                  <a:lnTo>
                    <a:pt x="80" y="52"/>
                  </a:lnTo>
                  <a:lnTo>
                    <a:pt x="50" y="86"/>
                  </a:lnTo>
                  <a:lnTo>
                    <a:pt x="20" y="52"/>
                  </a:lnTo>
                  <a:lnTo>
                    <a:pt x="20" y="26"/>
                  </a:lnTo>
                  <a:close/>
                  <a:moveTo>
                    <a:pt x="38" y="50"/>
                  </a:moveTo>
                  <a:lnTo>
                    <a:pt x="47" y="60"/>
                  </a:lnTo>
                  <a:lnTo>
                    <a:pt x="64" y="40"/>
                  </a:lnTo>
                </a:path>
              </a:pathLst>
            </a:custGeom>
            <a:noFill/>
            <a:ln w="33020" cap="rnd">
              <a:solidFill>
                <a:srgbClr val="F58C33"/>
              </a:solidFill>
              <a:round/>
            </a:ln>
          </p:spPr>
          <p:txBody>
            <a:bodyPr/>
            <a:lstStyle/>
            <a:p>
              <a:endParaRPr/>
            </a:p>
          </p:txBody>
        </p:sp>
      </p:grpSp>
      <p:sp>
        <p:nvSpPr>
          <p:cNvPr id="200995" name="TextBox 200995"/>
          <p:cNvSpPr txBox="1"/>
          <p:nvPr/>
        </p:nvSpPr>
        <p:spPr>
          <a:xfrm>
            <a:off x="1152144" y="2743200"/>
            <a:ext cx="1810512" cy="153888"/>
          </a:xfrm>
          <a:prstGeom prst="rect">
            <a:avLst/>
          </a:prstGeom>
          <a:noFill/>
        </p:spPr>
        <p:txBody>
          <a:bodyPr wrap="square" lIns="0" tIns="0" rIns="0" bIns="0">
            <a:spAutoFit/>
          </a:bodyPr>
          <a:lstStyle/>
          <a:p>
            <a:pPr algn="l"/>
            <a:r>
              <a:rPr lang="en-US" sz="1000" b="1">
                <a:solidFill>
                  <a:srgbClr val="0A0A0A"/>
                </a:solidFill>
                <a:latin typeface="Aptos Display"/>
              </a:rPr>
              <a:t>Hands-On Leadership</a:t>
            </a:r>
          </a:p>
        </p:txBody>
      </p:sp>
      <p:sp>
        <p:nvSpPr>
          <p:cNvPr id="200678" name="TextBox 200677"/>
          <p:cNvSpPr txBox="1"/>
          <p:nvPr/>
        </p:nvSpPr>
        <p:spPr>
          <a:xfrm>
            <a:off x="3950208" y="2743200"/>
            <a:ext cx="1810512" cy="153888"/>
          </a:xfrm>
          <a:prstGeom prst="rect">
            <a:avLst/>
          </a:prstGeom>
          <a:noFill/>
        </p:spPr>
        <p:txBody>
          <a:bodyPr wrap="square" lIns="0" tIns="0" rIns="0" bIns="0">
            <a:spAutoFit/>
          </a:bodyPr>
          <a:lstStyle/>
          <a:p>
            <a:pPr algn="l"/>
            <a:r>
              <a:rPr lang="en-US" sz="1000" b="1">
                <a:solidFill>
                  <a:srgbClr val="0A0A0A"/>
                </a:solidFill>
                <a:latin typeface="Aptos Display"/>
              </a:rPr>
              <a:t>Engineering Philosophy</a:t>
            </a:r>
          </a:p>
        </p:txBody>
      </p:sp>
      <p:sp>
        <p:nvSpPr>
          <p:cNvPr id="200679" name="TextBox 200678"/>
          <p:cNvSpPr txBox="1"/>
          <p:nvPr/>
        </p:nvSpPr>
        <p:spPr>
          <a:xfrm>
            <a:off x="3438144" y="3438144"/>
            <a:ext cx="2304288" cy="240066"/>
          </a:xfrm>
          <a:prstGeom prst="rect">
            <a:avLst/>
          </a:prstGeom>
          <a:noFill/>
        </p:spPr>
        <p:txBody>
          <a:bodyPr wrap="square" lIns="0" tIns="0" rIns="0" bIns="0">
            <a:spAutoFit/>
          </a:bodyPr>
          <a:lstStyle/>
          <a:p>
            <a:pPr algn="l"/>
            <a:r>
              <a:rPr lang="en-US" sz="780" b="0">
                <a:solidFill>
                  <a:srgbClr val="4A4A4A"/>
                </a:solidFill>
                <a:latin typeface="Aptos"/>
              </a:rPr>
              <a:t>Business outcomes first, engineering rigor always, shortcuts never.</a:t>
            </a:r>
          </a:p>
        </p:txBody>
      </p:sp>
      <p:sp>
        <p:nvSpPr>
          <p:cNvPr id="200680" name="Rounded Rectangle 200679"/>
          <p:cNvSpPr/>
          <p:nvPr/>
        </p:nvSpPr>
        <p:spPr>
          <a:xfrm>
            <a:off x="6053328" y="2615184"/>
            <a:ext cx="2633472" cy="1207008"/>
          </a:xfrm>
          <a:prstGeom prst="roundRect">
            <a:avLst>
              <a:gd name="adj" fmla="val 8000"/>
            </a:avLst>
          </a:prstGeom>
          <a:solidFill>
            <a:srgbClr val="FFFFFF"/>
          </a:solidFill>
          <a:ln w="12700">
            <a:solidFill>
              <a:srgbClr val="E6E6E6"/>
            </a:solidFill>
          </a:ln>
          <a:effectLst>
            <a:outerShdw blurRad="88900" dist="38100" dir="5400000" rotWithShape="0">
              <a:srgbClr val="0A0A0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681" name="Rectangle 200680"/>
          <p:cNvSpPr/>
          <p:nvPr/>
        </p:nvSpPr>
        <p:spPr>
          <a:xfrm>
            <a:off x="6053328" y="2743200"/>
            <a:ext cx="50292" cy="950976"/>
          </a:xfrm>
          <a:prstGeom prst="rect">
            <a:avLst/>
          </a:prstGeom>
          <a:solidFill>
            <a:srgbClr val="F0A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682" name="Rounded Rectangle 200681"/>
          <p:cNvSpPr/>
          <p:nvPr/>
        </p:nvSpPr>
        <p:spPr>
          <a:xfrm>
            <a:off x="6236208" y="2743200"/>
            <a:ext cx="402336" cy="402336"/>
          </a:xfrm>
          <a:prstGeom prst="roundRect">
            <a:avLst>
              <a:gd name="adj" fmla="val 28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3" name="icon-users"/>
          <p:cNvGrpSpPr/>
          <p:nvPr/>
        </p:nvGrpSpPr>
        <p:grpSpPr>
          <a:xfrm>
            <a:off x="6332769" y="2839761"/>
            <a:ext cx="209215" cy="209215"/>
            <a:chOff x="0" y="0"/>
            <a:chExt cx="100" cy="100"/>
          </a:xfrm>
        </p:grpSpPr>
        <p:sp>
          <p:nvSpPr>
            <p:cNvPr id="24" name="g"/>
            <p:cNvSpPr/>
            <p:nvPr/>
          </p:nvSpPr>
          <p:spPr>
            <a:xfrm>
              <a:off x="0" y="0"/>
              <a:ext cx="100" cy="100"/>
            </a:xfrm>
            <a:custGeom>
              <a:avLst/>
              <a:gdLst/>
              <a:ahLst/>
              <a:cxnLst/>
              <a:rect l="0" t="0" r="100" b="100"/>
              <a:pathLst>
                <a:path w="100" h="100" fill="none">
                  <a:moveTo>
                    <a:pt x="28" y="74"/>
                  </a:moveTo>
                  <a:lnTo>
                    <a:pt x="28" y="66"/>
                  </a:lnTo>
                  <a:lnTo>
                    <a:pt x="38" y="56"/>
                  </a:lnTo>
                  <a:lnTo>
                    <a:pt x="62" y="56"/>
                  </a:lnTo>
                  <a:lnTo>
                    <a:pt x="72" y="66"/>
                  </a:lnTo>
                  <a:lnTo>
                    <a:pt x="72" y="74"/>
                  </a:lnTo>
                </a:path>
              </a:pathLst>
            </a:custGeom>
            <a:noFill/>
            <a:ln w="33020" cap="rnd">
              <a:solidFill>
                <a:srgbClr val="F0A03C"/>
              </a:solidFill>
              <a:round/>
            </a:ln>
          </p:spPr>
          <p:txBody>
            <a:bodyPr/>
            <a:lstStyle/>
            <a:p>
              <a:endParaRPr/>
            </a:p>
          </p:txBody>
        </p:sp>
        <p:sp>
          <p:nvSpPr>
            <p:cNvPr id="25" name="e"/>
            <p:cNvSpPr/>
            <p:nvPr/>
          </p:nvSpPr>
          <p:spPr>
            <a:xfrm>
              <a:off x="38" y="22"/>
              <a:ext cx="24" cy="24"/>
            </a:xfrm>
            <a:prstGeom prst="ellipse">
              <a:avLst/>
            </a:prstGeom>
            <a:noFill/>
            <a:ln w="33020">
              <a:solidFill>
                <a:srgbClr val="F0A03C"/>
              </a:solidFill>
            </a:ln>
          </p:spPr>
          <p:txBody>
            <a:bodyPr/>
            <a:lstStyle/>
            <a:p>
              <a:endParaRPr/>
            </a:p>
          </p:txBody>
        </p:sp>
      </p:grpSp>
      <p:sp>
        <p:nvSpPr>
          <p:cNvPr id="200683" name="TextBox 200682"/>
          <p:cNvSpPr txBox="1"/>
          <p:nvPr/>
        </p:nvSpPr>
        <p:spPr>
          <a:xfrm>
            <a:off x="6748272" y="2743200"/>
            <a:ext cx="1810512" cy="153888"/>
          </a:xfrm>
          <a:prstGeom prst="rect">
            <a:avLst/>
          </a:prstGeom>
          <a:noFill/>
        </p:spPr>
        <p:txBody>
          <a:bodyPr wrap="square" lIns="0" tIns="0" rIns="0" bIns="0">
            <a:spAutoFit/>
          </a:bodyPr>
          <a:lstStyle/>
          <a:p>
            <a:pPr algn="l"/>
            <a:r>
              <a:rPr lang="en-US" sz="1000" b="1">
                <a:solidFill>
                  <a:srgbClr val="0A0A0A"/>
                </a:solidFill>
                <a:latin typeface="Aptos Display"/>
              </a:rPr>
              <a:t>People &amp; Craft</a:t>
            </a:r>
          </a:p>
        </p:txBody>
      </p:sp>
      <p:sp>
        <p:nvSpPr>
          <p:cNvPr id="200684" name="TextBox 200683"/>
          <p:cNvSpPr txBox="1"/>
          <p:nvPr/>
        </p:nvSpPr>
        <p:spPr>
          <a:xfrm>
            <a:off x="6236208" y="3438144"/>
            <a:ext cx="2304288" cy="240066"/>
          </a:xfrm>
          <a:prstGeom prst="rect">
            <a:avLst/>
          </a:prstGeom>
          <a:noFill/>
        </p:spPr>
        <p:txBody>
          <a:bodyPr wrap="square" lIns="0" tIns="0" rIns="0" bIns="0">
            <a:spAutoFit/>
          </a:bodyPr>
          <a:lstStyle/>
          <a:p>
            <a:pPr algn="l"/>
            <a:r>
              <a:rPr lang="en-US" sz="780" b="0">
                <a:solidFill>
                  <a:srgbClr val="4A4A4A"/>
                </a:solidFill>
                <a:latin typeface="Aptos"/>
              </a:rPr>
              <a:t>Investing in teams, mentorship and craftsmanship as a competitive advantage.</a:t>
            </a:r>
          </a:p>
        </p:txBody>
      </p:sp>
      <p:sp>
        <p:nvSpPr>
          <p:cNvPr id="200685" name="Rounded Rectangle 200684"/>
          <p:cNvSpPr/>
          <p:nvPr/>
        </p:nvSpPr>
        <p:spPr>
          <a:xfrm>
            <a:off x="457200" y="3950208"/>
            <a:ext cx="8229600" cy="512064"/>
          </a:xfrm>
          <a:prstGeom prst="roundRect">
            <a:avLst>
              <a:gd name="adj" fmla="val 14000"/>
            </a:avLst>
          </a:prstGeom>
          <a:solidFill>
            <a:srgbClr val="FAFAFA"/>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686" name="Rectangle 200685"/>
          <p:cNvSpPr/>
          <p:nvPr/>
        </p:nvSpPr>
        <p:spPr>
          <a:xfrm>
            <a:off x="457200" y="4041648"/>
            <a:ext cx="41148" cy="329184"/>
          </a:xfrm>
          <a:prstGeom prst="rect">
            <a:avLst/>
          </a:prstGeom>
          <a:solidFill>
            <a:srgbClr val="F57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687" name="TextBox 200686"/>
          <p:cNvSpPr txBox="1"/>
          <p:nvPr/>
        </p:nvSpPr>
        <p:spPr>
          <a:xfrm>
            <a:off x="658368" y="4023360"/>
            <a:ext cx="7863840" cy="115416"/>
          </a:xfrm>
          <a:prstGeom prst="rect">
            <a:avLst/>
          </a:prstGeom>
          <a:noFill/>
        </p:spPr>
        <p:txBody>
          <a:bodyPr wrap="square" lIns="0" tIns="0" rIns="0" bIns="0">
            <a:spAutoFit/>
          </a:bodyPr>
          <a:lstStyle/>
          <a:p>
            <a:pPr algn="l"/>
            <a:r>
              <a:rPr lang="en-US" sz="750" b="1" spc="120">
                <a:solidFill>
                  <a:srgbClr val="F57C1F"/>
                </a:solidFill>
                <a:latin typeface="Aptos"/>
              </a:rPr>
              <a:t>OUR COMMITMENT</a:t>
            </a:r>
          </a:p>
        </p:txBody>
      </p:sp>
      <p:sp>
        <p:nvSpPr>
          <p:cNvPr id="200688" name="TextBox 200687"/>
          <p:cNvSpPr txBox="1"/>
          <p:nvPr/>
        </p:nvSpPr>
        <p:spPr>
          <a:xfrm>
            <a:off x="658368" y="4197096"/>
            <a:ext cx="7863840" cy="148887"/>
          </a:xfrm>
          <a:prstGeom prst="rect">
            <a:avLst/>
          </a:prstGeom>
          <a:noFill/>
        </p:spPr>
        <p:txBody>
          <a:bodyPr wrap="square" lIns="0" tIns="0" rIns="0" bIns="0" anchor="t">
            <a:spAutoFit/>
          </a:bodyPr>
          <a:lstStyle/>
          <a:p>
            <a:pPr>
              <a:lnSpc>
                <a:spcPct val="105000"/>
              </a:lnSpc>
            </a:pPr>
            <a:r>
              <a:rPr lang="en-US" sz="950" b="0">
                <a:solidFill>
                  <a:srgbClr val="0A0A0A"/>
                </a:solidFill>
                <a:latin typeface="Aptos"/>
              </a:rPr>
              <a:t>Leadership at </a:t>
            </a:r>
            <a:r>
              <a:rPr lang="en-US" sz="950">
                <a:solidFill>
                  <a:srgbClr val="0A0A0A"/>
                </a:solidFill>
                <a:latin typeface="Aptos"/>
              </a:rPr>
              <a:t>RazorSharpFocus</a:t>
            </a:r>
            <a:r>
              <a:rPr lang="en-US" sz="950" b="0">
                <a:solidFill>
                  <a:srgbClr val="0A0A0A"/>
                </a:solidFill>
                <a:latin typeface="Aptos"/>
              </a:rPr>
              <a:t> is measured by what our clients successfully run in production.</a:t>
            </a:r>
          </a:p>
        </p:txBody>
      </p:sp>
      <p:sp>
        <p:nvSpPr>
          <p:cNvPr id="31" name="TextBox 30">
            <a:extLst>
              <a:ext uri="{FF2B5EF4-FFF2-40B4-BE49-F238E27FC236}">
                <a16:creationId xmlns:a16="http://schemas.microsoft.com/office/drawing/2014/main" id="{AF4264FF-2C7B-0037-978E-4BE7C2E8220E}"/>
              </a:ext>
            </a:extLst>
          </p:cNvPr>
          <p:cNvSpPr txBox="1"/>
          <p:nvPr/>
        </p:nvSpPr>
        <p:spPr>
          <a:xfrm>
            <a:off x="457200" y="4864608"/>
            <a:ext cx="4572000" cy="123111"/>
          </a:xfrm>
          <a:prstGeom prst="rect">
            <a:avLst/>
          </a:prstGeom>
          <a:noFill/>
        </p:spPr>
        <p:txBody>
          <a:bodyPr wrap="square" lIns="0" tIns="0" rIns="0" bIns="0" anchor="t">
            <a:spAutoFit/>
          </a:bodyPr>
          <a:lstStyle/>
          <a:p>
            <a:r>
              <a:rPr lang="en-US" sz="800" err="1">
                <a:solidFill>
                  <a:srgbClr val="4A4A4A"/>
                </a:solidFill>
                <a:latin typeface="Aptos"/>
              </a:rPr>
              <a:t>RazorSharpFocus</a:t>
            </a:r>
            <a:r>
              <a:rPr lang="en-US" sz="800">
                <a:solidFill>
                  <a:srgbClr val="4A4A4A"/>
                </a:solidFill>
                <a:latin typeface="Aptos"/>
              </a:rPr>
              <a:t> Intelligence </a:t>
            </a:r>
            <a:r>
              <a:rPr lang="en-US" sz="800" b="0">
                <a:solidFill>
                  <a:srgbClr val="4A4A4A"/>
                </a:solidFill>
                <a:latin typeface="Aptos"/>
              </a:rPr>
              <a:t> Private Limited</a:t>
            </a:r>
          </a:p>
        </p:txBody>
      </p:sp>
      <p:sp>
        <p:nvSpPr>
          <p:cNvPr id="33" name="TextBox 32">
            <a:extLst>
              <a:ext uri="{FF2B5EF4-FFF2-40B4-BE49-F238E27FC236}">
                <a16:creationId xmlns:a16="http://schemas.microsoft.com/office/drawing/2014/main" id="{8F6AF612-FFA9-8841-5B14-81D3843403F1}"/>
              </a:ext>
            </a:extLst>
          </p:cNvPr>
          <p:cNvSpPr txBox="1"/>
          <p:nvPr/>
        </p:nvSpPr>
        <p:spPr>
          <a:xfrm>
            <a:off x="2743200" y="4864608"/>
            <a:ext cx="3657600" cy="123111"/>
          </a:xfrm>
          <a:prstGeom prst="rect">
            <a:avLst/>
          </a:prstGeom>
          <a:noFill/>
        </p:spPr>
        <p:txBody>
          <a:bodyPr wrap="square" lIns="0" tIns="0" rIns="0" bIns="0" anchor="t">
            <a:spAutoFit/>
          </a:bodyPr>
          <a:lstStyle/>
          <a:p>
            <a:pPr algn="ctr"/>
            <a:r>
              <a:rPr lang="en-US" sz="800">
                <a:solidFill>
                  <a:schemeClr val="bg1">
                    <a:lumMod val="49000"/>
                  </a:schemeClr>
                </a:solidFill>
                <a:latin typeface="Calibri"/>
                <a:ea typeface="Calibri"/>
                <a:cs typeface="Calibri"/>
              </a:rPr>
              <a:t>Engineering Intelligent Business Execution</a:t>
            </a:r>
            <a:endParaRPr lang="en-US">
              <a:solidFill>
                <a:schemeClr val="bg1">
                  <a:lumMod val="49000"/>
                </a:schemeClr>
              </a:solidFill>
              <a:ea typeface="Calibri"/>
              <a:cs typeface="Calibri"/>
            </a:endParaRPr>
          </a:p>
        </p:txBody>
      </p:sp>
      <p:grpSp>
        <p:nvGrpSpPr>
          <p:cNvPr id="201115" name="icon-users"/>
          <p:cNvGrpSpPr/>
          <p:nvPr/>
        </p:nvGrpSpPr>
        <p:grpSpPr>
          <a:xfrm>
            <a:off x="736640" y="2839760"/>
            <a:ext cx="209215" cy="209215"/>
            <a:chOff x="0" y="0"/>
            <a:chExt cx="100" cy="100"/>
          </a:xfrm>
        </p:grpSpPr>
        <p:sp>
          <p:nvSpPr>
            <p:cNvPr id="201116" name="g"/>
            <p:cNvSpPr/>
            <p:nvPr/>
          </p:nvSpPr>
          <p:spPr>
            <a:xfrm>
              <a:off x="0" y="0"/>
              <a:ext cx="100" cy="100"/>
            </a:xfrm>
            <a:custGeom>
              <a:avLst/>
              <a:gdLst/>
              <a:ahLst/>
              <a:cxnLst/>
              <a:rect l="0" t="0" r="100" b="100"/>
              <a:pathLst>
                <a:path w="100" h="100" fill="none">
                  <a:moveTo>
                    <a:pt x="28" y="74"/>
                  </a:moveTo>
                  <a:lnTo>
                    <a:pt x="28" y="66"/>
                  </a:lnTo>
                  <a:lnTo>
                    <a:pt x="38" y="56"/>
                  </a:lnTo>
                  <a:lnTo>
                    <a:pt x="62" y="56"/>
                  </a:lnTo>
                  <a:lnTo>
                    <a:pt x="72" y="66"/>
                  </a:lnTo>
                  <a:lnTo>
                    <a:pt x="72" y="74"/>
                  </a:lnTo>
                </a:path>
              </a:pathLst>
            </a:custGeom>
            <a:noFill/>
            <a:ln w="33020" cap="rnd">
              <a:solidFill>
                <a:srgbClr val="F0A03C"/>
              </a:solidFill>
              <a:round/>
            </a:ln>
          </p:spPr>
          <p:txBody>
            <a:bodyPr/>
            <a:lstStyle/>
            <a:p>
              <a:endParaRPr/>
            </a:p>
          </p:txBody>
        </p:sp>
        <p:sp>
          <p:nvSpPr>
            <p:cNvPr id="201117" name="e"/>
            <p:cNvSpPr/>
            <p:nvPr/>
          </p:nvSpPr>
          <p:spPr>
            <a:xfrm>
              <a:off x="38" y="22"/>
              <a:ext cx="24" cy="24"/>
            </a:xfrm>
            <a:prstGeom prst="ellipse">
              <a:avLst/>
            </a:prstGeom>
            <a:noFill/>
            <a:ln w="33020">
              <a:solidFill>
                <a:srgbClr val="F0A03C"/>
              </a:solidFill>
            </a:ln>
          </p:spPr>
          <p:txBody>
            <a:bodyPr/>
            <a:lstStyle/>
            <a:p>
              <a:endParaRPr/>
            </a:p>
          </p:txBody>
        </p:sp>
      </p:grpSp>
      <p:pic>
        <p:nvPicPr>
          <p:cNvPr id="9" name="Picture 8" descr="Linkedin logo png, Linkedin logo transparent png, Linkedin ...">
            <a:extLst>
              <a:ext uri="{FF2B5EF4-FFF2-40B4-BE49-F238E27FC236}">
                <a16:creationId xmlns:a16="http://schemas.microsoft.com/office/drawing/2014/main" id="{A72A824A-2B5F-90E8-EF6E-425C32E8E145}"/>
              </a:ext>
            </a:extLst>
          </p:cNvPr>
          <p:cNvPicPr>
            <a:picLocks noChangeAspect="1"/>
          </p:cNvPicPr>
          <p:nvPr/>
        </p:nvPicPr>
        <p:blipFill>
          <a:blip r:embed="rId2"/>
          <a:srcRect l="5967" t="11916" r="49099" b="11051"/>
          <a:stretch>
            <a:fillRect/>
          </a:stretch>
        </p:blipFill>
        <p:spPr>
          <a:xfrm>
            <a:off x="576854" y="2086323"/>
            <a:ext cx="352135" cy="286764"/>
          </a:xfrm>
          <a:prstGeom prst="rect">
            <a:avLst/>
          </a:prstGeom>
        </p:spPr>
      </p:pic>
      <p:sp>
        <p:nvSpPr>
          <p:cNvPr id="26" name="TextBox 25">
            <a:extLst>
              <a:ext uri="{FF2B5EF4-FFF2-40B4-BE49-F238E27FC236}">
                <a16:creationId xmlns:a16="http://schemas.microsoft.com/office/drawing/2014/main" id="{E944364F-2786-6144-4C37-D9CA4ED91140}"/>
              </a:ext>
            </a:extLst>
          </p:cNvPr>
          <p:cNvSpPr txBox="1"/>
          <p:nvPr/>
        </p:nvSpPr>
        <p:spPr>
          <a:xfrm>
            <a:off x="909567" y="2093826"/>
            <a:ext cx="2308934" cy="338554"/>
          </a:xfrm>
          <a:prstGeom prst="rect">
            <a:avLst/>
          </a:prstGeom>
          <a:noFill/>
        </p:spPr>
        <p:txBody>
          <a:bodyPr wrap="square" lIns="0" tIns="0" rIns="0" bIns="0" anchor="t">
            <a:spAutoFit/>
          </a:bodyPr>
          <a:lstStyle/>
          <a:p>
            <a:br>
              <a:rPr lang="en-US" sz="700" dirty="0">
                <a:latin typeface="Aptos"/>
              </a:rPr>
            </a:br>
            <a:r>
              <a:rPr lang="en-US" sz="800" u="none">
                <a:solidFill>
                  <a:srgbClr val="4A4A4A"/>
                </a:solidFill>
                <a:ea typeface="+mn-lt"/>
                <a:cs typeface="+mn-lt"/>
                <a:hlinkClick r:id="rId3"/>
              </a:rPr>
              <a:t>linkedin.com/in/amit-kumar-tyagi</a:t>
            </a:r>
            <a:endParaRPr lang="en-US" sz="700">
              <a:solidFill>
                <a:srgbClr val="000000"/>
              </a:solidFill>
              <a:ea typeface="+mn-lt"/>
              <a:cs typeface="+mn-lt"/>
            </a:endParaRPr>
          </a:p>
          <a:p>
            <a:endParaRPr lang="en-US" sz="700">
              <a:solidFill>
                <a:srgbClr val="4A4A4A"/>
              </a:solidFill>
              <a:ea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gradFill>
            <a:gsLst>
              <a:gs pos="0">
                <a:srgbClr val="050505"/>
              </a:gs>
              <a:gs pos="100000">
                <a:srgbClr val="161616"/>
              </a:gs>
            </a:gsLst>
            <a:lin ang="36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7132320" y="-731520"/>
            <a:ext cx="2377440" cy="2377440"/>
          </a:xfrm>
          <a:prstGeom prst="ellipse">
            <a:avLst/>
          </a:prstGeom>
          <a:solidFill>
            <a:srgbClr val="FFA24D">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680960" y="3291840"/>
            <a:ext cx="1828800" cy="1828800"/>
          </a:xfrm>
          <a:prstGeom prst="ellipse">
            <a:avLst/>
          </a:prstGeom>
          <a:solidFill>
            <a:srgbClr val="FFA24D">
              <a:alpha val="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133856" y="502920"/>
            <a:ext cx="2377440" cy="310896"/>
          </a:xfrm>
          <a:prstGeom prst="roundRect">
            <a:avLst>
              <a:gd name="adj" fmla="val 50000"/>
            </a:avLst>
          </a:prstGeom>
          <a:noFill/>
          <a:ln w="12700">
            <a:solidFill>
              <a:srgbClr val="FFA24D">
                <a:alpha val="45000"/>
              </a:srgbClr>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900" b="1" spc="140">
                <a:solidFill>
                  <a:srgbClr val="FFA24D"/>
                </a:solidFill>
                <a:latin typeface="Aptos"/>
              </a:rPr>
              <a:t>CONTACT</a:t>
            </a:r>
          </a:p>
        </p:txBody>
      </p:sp>
      <p:sp>
        <p:nvSpPr>
          <p:cNvPr id="8" name="TextBox 7"/>
          <p:cNvSpPr txBox="1"/>
          <p:nvPr/>
        </p:nvSpPr>
        <p:spPr>
          <a:xfrm>
            <a:off x="457200" y="1097280"/>
            <a:ext cx="8229600" cy="407419"/>
          </a:xfrm>
          <a:prstGeom prst="rect">
            <a:avLst/>
          </a:prstGeom>
          <a:noFill/>
        </p:spPr>
        <p:txBody>
          <a:bodyPr wrap="square" lIns="0" tIns="0" rIns="0" bIns="0">
            <a:spAutoFit/>
          </a:bodyPr>
          <a:lstStyle/>
          <a:p>
            <a:pPr algn="l">
              <a:lnSpc>
                <a:spcPct val="105000"/>
              </a:lnSpc>
            </a:pPr>
            <a:r>
              <a:rPr lang="en-US" sz="2600" b="1">
                <a:solidFill>
                  <a:srgbClr val="FFFFFF"/>
                </a:solidFill>
                <a:latin typeface="Aptos Display"/>
              </a:rPr>
              <a:t>Let's Engineer What Comes Next</a:t>
            </a:r>
            <a:endParaRPr sz="2600" b="1">
              <a:solidFill>
                <a:srgbClr val="FFFFFF"/>
              </a:solidFill>
              <a:latin typeface="Aptos Display"/>
            </a:endParaRPr>
          </a:p>
        </p:txBody>
      </p:sp>
      <p:sp>
        <p:nvSpPr>
          <p:cNvPr id="9" name="TextBox 8"/>
          <p:cNvSpPr txBox="1"/>
          <p:nvPr/>
        </p:nvSpPr>
        <p:spPr>
          <a:xfrm>
            <a:off x="457200" y="2121408"/>
            <a:ext cx="8229600" cy="200055"/>
          </a:xfrm>
          <a:prstGeom prst="rect">
            <a:avLst/>
          </a:prstGeom>
          <a:noFill/>
        </p:spPr>
        <p:txBody>
          <a:bodyPr wrap="square" lIns="0" tIns="0" rIns="0" bIns="0">
            <a:spAutoFit/>
          </a:bodyPr>
          <a:lstStyle/>
          <a:p>
            <a:pPr algn="l"/>
            <a:r>
              <a:rPr lang="en-US" sz="1300" b="0">
                <a:solidFill>
                  <a:srgbClr val="FFA24D"/>
                </a:solidFill>
                <a:latin typeface="Aptos"/>
              </a:rPr>
              <a:t>Build. Connect. Certify. Go live — engineered end to end.</a:t>
            </a:r>
          </a:p>
        </p:txBody>
      </p:sp>
      <p:sp>
        <p:nvSpPr>
          <p:cNvPr id="10" name="Rounded Rectangle 9"/>
          <p:cNvSpPr/>
          <p:nvPr/>
        </p:nvSpPr>
        <p:spPr>
          <a:xfrm>
            <a:off x="457200" y="2615184"/>
            <a:ext cx="8229600" cy="868680"/>
          </a:xfrm>
          <a:prstGeom prst="roundRect">
            <a:avLst>
              <a:gd name="adj" fmla="val 10000"/>
            </a:avLst>
          </a:prstGeom>
          <a:solidFill>
            <a:srgbClr val="FFFFFF">
              <a:alpha val="8000"/>
            </a:srgbClr>
          </a:solidFill>
          <a:ln w="12700">
            <a:solidFill>
              <a:srgbClr val="FFA24D">
                <a:alpha val="4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94944" y="2724912"/>
            <a:ext cx="7772400" cy="138499"/>
          </a:xfrm>
          <a:prstGeom prst="rect">
            <a:avLst/>
          </a:prstGeom>
          <a:noFill/>
        </p:spPr>
        <p:txBody>
          <a:bodyPr wrap="square" lIns="0" tIns="0" rIns="0" bIns="0">
            <a:spAutoFit/>
          </a:bodyPr>
          <a:lstStyle/>
          <a:p>
            <a:pPr algn="l"/>
            <a:r>
              <a:rPr lang="en-US" sz="900" b="1" spc="100">
                <a:solidFill>
                  <a:srgbClr val="FFA24D"/>
                </a:solidFill>
                <a:latin typeface="Aptos"/>
              </a:rPr>
              <a:t>RAZORSHARPFOCUS INTELLIGENCE PRIVATE LIMITED</a:t>
            </a:r>
          </a:p>
        </p:txBody>
      </p:sp>
      <p:sp>
        <p:nvSpPr>
          <p:cNvPr id="12" name="TextBox 11"/>
          <p:cNvSpPr txBox="1"/>
          <p:nvPr/>
        </p:nvSpPr>
        <p:spPr>
          <a:xfrm>
            <a:off x="694944" y="2962656"/>
            <a:ext cx="7498080" cy="154338"/>
          </a:xfrm>
          <a:prstGeom prst="rect">
            <a:avLst/>
          </a:prstGeom>
          <a:noFill/>
        </p:spPr>
        <p:txBody>
          <a:bodyPr wrap="square" lIns="0" tIns="0" rIns="0" bIns="0" anchor="t">
            <a:spAutoFit/>
          </a:bodyPr>
          <a:lstStyle/>
          <a:p>
            <a:pPr>
              <a:lnSpc>
                <a:spcPct val="110000"/>
              </a:lnSpc>
            </a:pPr>
            <a:r>
              <a:rPr lang="en-US" sz="950" b="0" dirty="0">
                <a:solidFill>
                  <a:srgbClr val="FFFFFF"/>
                </a:solidFill>
                <a:latin typeface="Aptos"/>
              </a:rPr>
              <a:t>For </a:t>
            </a:r>
            <a:r>
              <a:rPr lang="en-US" sz="950" b="0">
                <a:solidFill>
                  <a:srgbClr val="FFFFFF"/>
                </a:solidFill>
                <a:latin typeface="Aptos"/>
              </a:rPr>
              <a:t>fintech product</a:t>
            </a:r>
            <a:r>
              <a:rPr lang="en-US" sz="950" b="0" dirty="0">
                <a:solidFill>
                  <a:srgbClr val="FFFFFF"/>
                </a:solidFill>
                <a:latin typeface="Aptos"/>
              </a:rPr>
              <a:t>, </a:t>
            </a:r>
            <a:r>
              <a:rPr lang="en-US" sz="950" b="0">
                <a:solidFill>
                  <a:srgbClr val="FFFFFF"/>
                </a:solidFill>
                <a:latin typeface="Aptos"/>
              </a:rPr>
              <a:t>payments </a:t>
            </a:r>
            <a:r>
              <a:rPr lang="en-US" sz="950" b="0" dirty="0">
                <a:solidFill>
                  <a:srgbClr val="FFFFFF"/>
                </a:solidFill>
                <a:latin typeface="Aptos"/>
              </a:rPr>
              <a:t>or </a:t>
            </a:r>
            <a:r>
              <a:rPr lang="en-US" sz="950" b="0">
                <a:solidFill>
                  <a:srgbClr val="FFFFFF"/>
                </a:solidFill>
                <a:latin typeface="Aptos"/>
              </a:rPr>
              <a:t>certification</a:t>
            </a:r>
            <a:r>
              <a:rPr lang="en-US" sz="950" b="0" dirty="0">
                <a:solidFill>
                  <a:srgbClr val="FFFFFF"/>
                </a:solidFill>
                <a:latin typeface="Aptos"/>
              </a:rPr>
              <a:t> enquiries, reach </a:t>
            </a:r>
            <a:r>
              <a:rPr lang="en-US" sz="950" b="0">
                <a:solidFill>
                  <a:srgbClr val="FFFFFF"/>
                </a:solidFill>
                <a:latin typeface="Aptos"/>
              </a:rPr>
              <a:t>RazorSharpFocus</a:t>
            </a:r>
            <a:endParaRPr sz="950" b="0" dirty="0" err="1">
              <a:solidFill>
                <a:srgbClr val="FFFFFF"/>
              </a:solidFill>
              <a:latin typeface="Aptos"/>
            </a:endParaRPr>
          </a:p>
        </p:txBody>
      </p:sp>
      <p:sp>
        <p:nvSpPr>
          <p:cNvPr id="13" name="Rounded Rectangle 12"/>
          <p:cNvSpPr/>
          <p:nvPr/>
        </p:nvSpPr>
        <p:spPr>
          <a:xfrm>
            <a:off x="457200" y="3703320"/>
            <a:ext cx="2651760" cy="566928"/>
          </a:xfrm>
          <a:prstGeom prst="roundRect">
            <a:avLst>
              <a:gd name="adj" fmla="val 16000"/>
            </a:avLst>
          </a:prstGeom>
          <a:solidFill>
            <a:srgbClr val="FFFFFF">
              <a:alpha val="6000"/>
            </a:srgbClr>
          </a:solidFill>
          <a:ln w="12700">
            <a:solidFill>
              <a:srgbClr val="FFA24D">
                <a:alpha val="3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85216" y="3822192"/>
            <a:ext cx="310896" cy="310896"/>
          </a:xfrm>
          <a:prstGeom prst="roundRect">
            <a:avLst>
              <a:gd name="adj" fmla="val 28000"/>
            </a:avLst>
          </a:prstGeom>
          <a:solidFill>
            <a:srgbClr val="FFFFFF">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00741" name="icon-globe"/>
          <p:cNvGrpSpPr/>
          <p:nvPr/>
        </p:nvGrpSpPr>
        <p:grpSpPr>
          <a:xfrm>
            <a:off x="659831" y="3896807"/>
            <a:ext cx="161666" cy="161666"/>
            <a:chOff x="0" y="0"/>
            <a:chExt cx="100" cy="100"/>
          </a:xfrm>
        </p:grpSpPr>
        <p:sp>
          <p:nvSpPr>
            <p:cNvPr id="200742" name="g"/>
            <p:cNvSpPr/>
            <p:nvPr/>
          </p:nvSpPr>
          <p:spPr>
            <a:xfrm>
              <a:off x="0" y="0"/>
              <a:ext cx="100" cy="100"/>
            </a:xfrm>
            <a:custGeom>
              <a:avLst/>
              <a:gdLst/>
              <a:ahLst/>
              <a:cxnLst/>
              <a:rect l="0" t="0" r="100" b="100"/>
              <a:pathLst>
                <a:path w="100" h="100" fill="none">
                  <a:moveTo>
                    <a:pt x="20" y="50"/>
                  </a:moveTo>
                  <a:lnTo>
                    <a:pt x="80" y="50"/>
                  </a:lnTo>
                  <a:moveTo>
                    <a:pt x="50" y="20"/>
                  </a:moveTo>
                  <a:lnTo>
                    <a:pt x="50" y="80"/>
                  </a:lnTo>
                  <a:moveTo>
                    <a:pt x="50" y="20"/>
                  </a:moveTo>
                  <a:lnTo>
                    <a:pt x="33" y="50"/>
                  </a:lnTo>
                  <a:lnTo>
                    <a:pt x="50" y="80"/>
                  </a:lnTo>
                  <a:moveTo>
                    <a:pt x="50" y="20"/>
                  </a:moveTo>
                  <a:lnTo>
                    <a:pt x="67" y="50"/>
                  </a:lnTo>
                  <a:lnTo>
                    <a:pt x="50" y="80"/>
                  </a:lnTo>
                </a:path>
              </a:pathLst>
            </a:custGeom>
            <a:noFill/>
            <a:ln w="33020" cap="rnd">
              <a:solidFill>
                <a:srgbClr val="FFA24D"/>
              </a:solidFill>
              <a:round/>
            </a:ln>
          </p:spPr>
          <p:txBody>
            <a:bodyPr/>
            <a:lstStyle/>
            <a:p>
              <a:endParaRPr/>
            </a:p>
          </p:txBody>
        </p:sp>
        <p:sp>
          <p:nvSpPr>
            <p:cNvPr id="200743" name="e"/>
            <p:cNvSpPr/>
            <p:nvPr/>
          </p:nvSpPr>
          <p:spPr>
            <a:xfrm>
              <a:off x="20" y="20"/>
              <a:ext cx="60" cy="60"/>
            </a:xfrm>
            <a:prstGeom prst="ellipse">
              <a:avLst/>
            </a:prstGeom>
            <a:noFill/>
            <a:ln w="33020">
              <a:solidFill>
                <a:srgbClr val="FFA24D"/>
              </a:solidFill>
            </a:ln>
          </p:spPr>
          <p:txBody>
            <a:bodyPr/>
            <a:lstStyle/>
            <a:p>
              <a:endParaRPr/>
            </a:p>
          </p:txBody>
        </p:sp>
      </p:grpSp>
      <p:sp>
        <p:nvSpPr>
          <p:cNvPr id="200744" name="TextBox 200743"/>
          <p:cNvSpPr txBox="1"/>
          <p:nvPr/>
        </p:nvSpPr>
        <p:spPr>
          <a:xfrm>
            <a:off x="987552" y="3794760"/>
            <a:ext cx="2011680" cy="107722"/>
          </a:xfrm>
          <a:prstGeom prst="rect">
            <a:avLst/>
          </a:prstGeom>
          <a:noFill/>
        </p:spPr>
        <p:txBody>
          <a:bodyPr wrap="square" lIns="0" tIns="0" rIns="0" bIns="0">
            <a:spAutoFit/>
          </a:bodyPr>
          <a:lstStyle/>
          <a:p>
            <a:pPr algn="l"/>
            <a:r>
              <a:rPr lang="en-US" sz="700" b="1" spc="100">
                <a:solidFill>
                  <a:srgbClr val="FFA24D"/>
                </a:solidFill>
                <a:latin typeface="Aptos"/>
              </a:rPr>
              <a:t>WEBSITE</a:t>
            </a:r>
          </a:p>
        </p:txBody>
      </p:sp>
      <p:sp>
        <p:nvSpPr>
          <p:cNvPr id="200745" name="TextBox 200744"/>
          <p:cNvSpPr txBox="1"/>
          <p:nvPr/>
        </p:nvSpPr>
        <p:spPr>
          <a:xfrm>
            <a:off x="987552" y="3977640"/>
            <a:ext cx="2011680" cy="138499"/>
          </a:xfrm>
          <a:prstGeom prst="rect">
            <a:avLst/>
          </a:prstGeom>
          <a:noFill/>
        </p:spPr>
        <p:txBody>
          <a:bodyPr wrap="square" lIns="0" tIns="0" rIns="0" bIns="0" anchor="t">
            <a:spAutoFit/>
          </a:bodyPr>
          <a:lstStyle/>
          <a:p>
            <a:pPr algn="l"/>
            <a:r>
              <a:rPr sz="900" b="1">
                <a:solidFill>
                  <a:srgbClr val="FFFFFF"/>
                </a:solidFill>
                <a:latin typeface="Aptos"/>
              </a:rPr>
              <a:t>www</a:t>
            </a:r>
            <a:r>
              <a:rPr lang="en-US" sz="900" b="1">
                <a:solidFill>
                  <a:srgbClr val="FFFFFF"/>
                </a:solidFill>
                <a:latin typeface="Aptos"/>
              </a:rPr>
              <a:t>.razorsharpfocus.com</a:t>
            </a:r>
          </a:p>
        </p:txBody>
      </p:sp>
      <p:sp>
        <p:nvSpPr>
          <p:cNvPr id="200746" name="Rounded Rectangle 200745"/>
          <p:cNvSpPr/>
          <p:nvPr/>
        </p:nvSpPr>
        <p:spPr>
          <a:xfrm>
            <a:off x="3246120" y="3703320"/>
            <a:ext cx="2651760" cy="566928"/>
          </a:xfrm>
          <a:prstGeom prst="roundRect">
            <a:avLst>
              <a:gd name="adj" fmla="val 16000"/>
            </a:avLst>
          </a:prstGeom>
          <a:solidFill>
            <a:srgbClr val="FFFFFF">
              <a:alpha val="6000"/>
            </a:srgbClr>
          </a:solidFill>
          <a:ln w="12700">
            <a:solidFill>
              <a:srgbClr val="FFA24D">
                <a:alpha val="3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747" name="Rounded Rectangle 200746"/>
          <p:cNvSpPr/>
          <p:nvPr/>
        </p:nvSpPr>
        <p:spPr>
          <a:xfrm>
            <a:off x="3374136" y="3822192"/>
            <a:ext cx="310896" cy="310896"/>
          </a:xfrm>
          <a:prstGeom prst="roundRect">
            <a:avLst>
              <a:gd name="adj" fmla="val 28000"/>
            </a:avLst>
          </a:prstGeom>
          <a:solidFill>
            <a:srgbClr val="FFFFFF">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 name="icon-mail"/>
          <p:cNvGrpSpPr/>
          <p:nvPr/>
        </p:nvGrpSpPr>
        <p:grpSpPr>
          <a:xfrm>
            <a:off x="3448751" y="3896807"/>
            <a:ext cx="161666" cy="161666"/>
            <a:chOff x="0" y="0"/>
            <a:chExt cx="100" cy="100"/>
          </a:xfrm>
        </p:grpSpPr>
        <p:sp>
          <p:nvSpPr>
            <p:cNvPr id="16" name="g"/>
            <p:cNvSpPr/>
            <p:nvPr/>
          </p:nvSpPr>
          <p:spPr>
            <a:xfrm>
              <a:off x="0" y="0"/>
              <a:ext cx="100" cy="100"/>
            </a:xfrm>
            <a:custGeom>
              <a:avLst/>
              <a:gdLst/>
              <a:ahLst/>
              <a:cxnLst/>
              <a:rect l="0" t="0" r="100" b="100"/>
              <a:pathLst>
                <a:path w="100" h="100" fill="none">
                  <a:moveTo>
                    <a:pt x="20" y="30"/>
                  </a:moveTo>
                  <a:lnTo>
                    <a:pt x="80" y="30"/>
                  </a:lnTo>
                  <a:lnTo>
                    <a:pt x="80" y="70"/>
                  </a:lnTo>
                  <a:lnTo>
                    <a:pt x="20" y="70"/>
                  </a:lnTo>
                  <a:close/>
                  <a:moveTo>
                    <a:pt x="20" y="32"/>
                  </a:moveTo>
                  <a:lnTo>
                    <a:pt x="50" y="52"/>
                  </a:lnTo>
                  <a:lnTo>
                    <a:pt x="80" y="32"/>
                  </a:lnTo>
                </a:path>
              </a:pathLst>
            </a:custGeom>
            <a:noFill/>
            <a:ln w="33020" cap="rnd">
              <a:solidFill>
                <a:srgbClr val="FFA24D"/>
              </a:solidFill>
              <a:round/>
            </a:ln>
          </p:spPr>
          <p:txBody>
            <a:bodyPr/>
            <a:lstStyle/>
            <a:p>
              <a:endParaRPr/>
            </a:p>
          </p:txBody>
        </p:sp>
      </p:grpSp>
      <p:sp>
        <p:nvSpPr>
          <p:cNvPr id="200748" name="TextBox 200747"/>
          <p:cNvSpPr txBox="1"/>
          <p:nvPr/>
        </p:nvSpPr>
        <p:spPr>
          <a:xfrm>
            <a:off x="3776472" y="3794760"/>
            <a:ext cx="2011680" cy="107722"/>
          </a:xfrm>
          <a:prstGeom prst="rect">
            <a:avLst/>
          </a:prstGeom>
          <a:noFill/>
        </p:spPr>
        <p:txBody>
          <a:bodyPr wrap="square" lIns="0" tIns="0" rIns="0" bIns="0">
            <a:spAutoFit/>
          </a:bodyPr>
          <a:lstStyle/>
          <a:p>
            <a:pPr algn="l"/>
            <a:r>
              <a:rPr lang="en-US" sz="700" b="1" spc="100">
                <a:solidFill>
                  <a:srgbClr val="FFA24D"/>
                </a:solidFill>
                <a:latin typeface="Aptos"/>
              </a:rPr>
              <a:t>EMAIL</a:t>
            </a:r>
          </a:p>
        </p:txBody>
      </p:sp>
      <p:sp>
        <p:nvSpPr>
          <p:cNvPr id="200749" name="TextBox 200748"/>
          <p:cNvSpPr txBox="1"/>
          <p:nvPr/>
        </p:nvSpPr>
        <p:spPr>
          <a:xfrm>
            <a:off x="3776472" y="3977640"/>
            <a:ext cx="2011680" cy="138499"/>
          </a:xfrm>
          <a:prstGeom prst="rect">
            <a:avLst/>
          </a:prstGeom>
          <a:noFill/>
        </p:spPr>
        <p:txBody>
          <a:bodyPr wrap="square" lIns="0" tIns="0" rIns="0" bIns="0" anchor="t">
            <a:spAutoFit/>
          </a:bodyPr>
          <a:lstStyle/>
          <a:p>
            <a:pPr algn="l"/>
            <a:r>
              <a:rPr lang="en-US" sz="900" b="1">
                <a:solidFill>
                  <a:srgbClr val="FFFFFF"/>
                </a:solidFill>
                <a:latin typeface="Aptos"/>
              </a:rPr>
              <a:t>amit</a:t>
            </a:r>
            <a:r>
              <a:rPr sz="900" b="1">
                <a:solidFill>
                  <a:srgbClr val="FFFFFF"/>
                </a:solidFill>
                <a:latin typeface="Aptos"/>
              </a:rPr>
              <a:t>@</a:t>
            </a:r>
            <a:r>
              <a:rPr lang="en-US" sz="900" b="1">
                <a:solidFill>
                  <a:srgbClr val="FFFFFF"/>
                </a:solidFill>
                <a:latin typeface="Aptos"/>
              </a:rPr>
              <a:t>razorsharpfocus.com</a:t>
            </a:r>
          </a:p>
        </p:txBody>
      </p:sp>
      <p:sp>
        <p:nvSpPr>
          <p:cNvPr id="200750" name="Rounded Rectangle 200749"/>
          <p:cNvSpPr/>
          <p:nvPr/>
        </p:nvSpPr>
        <p:spPr>
          <a:xfrm>
            <a:off x="6035040" y="3703320"/>
            <a:ext cx="2651760" cy="566928"/>
          </a:xfrm>
          <a:prstGeom prst="roundRect">
            <a:avLst>
              <a:gd name="adj" fmla="val 16000"/>
            </a:avLst>
          </a:prstGeom>
          <a:solidFill>
            <a:srgbClr val="FFFFFF">
              <a:alpha val="6000"/>
            </a:srgbClr>
          </a:solidFill>
          <a:ln w="12700">
            <a:solidFill>
              <a:srgbClr val="FFA24D">
                <a:alpha val="3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751" name="Rounded Rectangle 200750"/>
          <p:cNvSpPr/>
          <p:nvPr/>
        </p:nvSpPr>
        <p:spPr>
          <a:xfrm>
            <a:off x="6163056" y="3822192"/>
            <a:ext cx="310896" cy="310896"/>
          </a:xfrm>
          <a:prstGeom prst="roundRect">
            <a:avLst>
              <a:gd name="adj" fmla="val 28000"/>
            </a:avLst>
          </a:prstGeom>
          <a:solidFill>
            <a:srgbClr val="FFFFFF">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7" name="icon-phone"/>
          <p:cNvGrpSpPr/>
          <p:nvPr/>
        </p:nvGrpSpPr>
        <p:grpSpPr>
          <a:xfrm>
            <a:off x="6237671" y="3896807"/>
            <a:ext cx="161666" cy="161666"/>
            <a:chOff x="0" y="0"/>
            <a:chExt cx="100" cy="100"/>
          </a:xfrm>
        </p:grpSpPr>
        <p:sp>
          <p:nvSpPr>
            <p:cNvPr id="18" name="g"/>
            <p:cNvSpPr/>
            <p:nvPr/>
          </p:nvSpPr>
          <p:spPr>
            <a:xfrm>
              <a:off x="0" y="0"/>
              <a:ext cx="100" cy="100"/>
            </a:xfrm>
            <a:custGeom>
              <a:avLst/>
              <a:gdLst/>
              <a:ahLst/>
              <a:cxnLst/>
              <a:rect l="0" t="0" r="100" b="100"/>
              <a:pathLst>
                <a:path w="100" h="100" fill="none">
                  <a:moveTo>
                    <a:pt x="34" y="22"/>
                  </a:moveTo>
                  <a:lnTo>
                    <a:pt x="46" y="22"/>
                  </a:lnTo>
                  <a:lnTo>
                    <a:pt x="50" y="38"/>
                  </a:lnTo>
                  <a:lnTo>
                    <a:pt x="42" y="44"/>
                  </a:lnTo>
                  <a:lnTo>
                    <a:pt x="48" y="56"/>
                  </a:lnTo>
                  <a:lnTo>
                    <a:pt x="60" y="62"/>
                  </a:lnTo>
                  <a:lnTo>
                    <a:pt x="66" y="54"/>
                  </a:lnTo>
                  <a:lnTo>
                    <a:pt x="80" y="58"/>
                  </a:lnTo>
                  <a:lnTo>
                    <a:pt x="80" y="72"/>
                  </a:lnTo>
                  <a:lnTo>
                    <a:pt x="70" y="78"/>
                  </a:lnTo>
                  <a:lnTo>
                    <a:pt x="52" y="72"/>
                  </a:lnTo>
                  <a:lnTo>
                    <a:pt x="38" y="58"/>
                  </a:lnTo>
                  <a:lnTo>
                    <a:pt x="30" y="40"/>
                  </a:lnTo>
                  <a:close/>
                </a:path>
              </a:pathLst>
            </a:custGeom>
            <a:noFill/>
            <a:ln w="33020" cap="rnd">
              <a:solidFill>
                <a:srgbClr val="FFA24D"/>
              </a:solidFill>
              <a:round/>
            </a:ln>
          </p:spPr>
          <p:txBody>
            <a:bodyPr/>
            <a:lstStyle/>
            <a:p>
              <a:endParaRPr/>
            </a:p>
          </p:txBody>
        </p:sp>
      </p:grpSp>
      <p:sp>
        <p:nvSpPr>
          <p:cNvPr id="200752" name="TextBox 200751"/>
          <p:cNvSpPr txBox="1"/>
          <p:nvPr/>
        </p:nvSpPr>
        <p:spPr>
          <a:xfrm>
            <a:off x="6565392" y="3794760"/>
            <a:ext cx="2011680" cy="107722"/>
          </a:xfrm>
          <a:prstGeom prst="rect">
            <a:avLst/>
          </a:prstGeom>
          <a:noFill/>
        </p:spPr>
        <p:txBody>
          <a:bodyPr wrap="square" lIns="0" tIns="0" rIns="0" bIns="0">
            <a:spAutoFit/>
          </a:bodyPr>
          <a:lstStyle/>
          <a:p>
            <a:pPr algn="l"/>
            <a:r>
              <a:rPr lang="en-US" sz="700" b="1" spc="100">
                <a:solidFill>
                  <a:srgbClr val="FFA24D"/>
                </a:solidFill>
                <a:latin typeface="Aptos"/>
              </a:rPr>
              <a:t>PHONE</a:t>
            </a:r>
          </a:p>
        </p:txBody>
      </p:sp>
      <p:sp>
        <p:nvSpPr>
          <p:cNvPr id="200753" name="TextBox 200752"/>
          <p:cNvSpPr txBox="1"/>
          <p:nvPr/>
        </p:nvSpPr>
        <p:spPr>
          <a:xfrm>
            <a:off x="6565392" y="3977640"/>
            <a:ext cx="2011680" cy="138499"/>
          </a:xfrm>
          <a:prstGeom prst="rect">
            <a:avLst/>
          </a:prstGeom>
          <a:noFill/>
        </p:spPr>
        <p:txBody>
          <a:bodyPr wrap="square" lIns="0" tIns="0" rIns="0" bIns="0" anchor="t">
            <a:spAutoFit/>
          </a:bodyPr>
          <a:lstStyle/>
          <a:p>
            <a:pPr algn="l"/>
            <a:r>
              <a:rPr sz="900" b="1">
                <a:solidFill>
                  <a:srgbClr val="FFFFFF"/>
                </a:solidFill>
                <a:latin typeface="Aptos"/>
              </a:rPr>
              <a:t>+91 </a:t>
            </a:r>
            <a:r>
              <a:rPr lang="en-US" sz="900" b="1">
                <a:solidFill>
                  <a:srgbClr val="FFFFFF"/>
                </a:solidFill>
                <a:latin typeface="Aptos"/>
              </a:rPr>
              <a:t>8750908771</a:t>
            </a:r>
            <a:endParaRPr sz="900" b="1">
              <a:solidFill>
                <a:srgbClr val="FFFFFF"/>
              </a:solidFill>
              <a:latin typeface="Aptos"/>
            </a:endParaRPr>
          </a:p>
        </p:txBody>
      </p:sp>
      <p:cxnSp>
        <p:nvCxnSpPr>
          <p:cNvPr id="200754" name="Connector 200753"/>
          <p:cNvCxnSpPr/>
          <p:nvPr/>
        </p:nvCxnSpPr>
        <p:spPr>
          <a:xfrm>
            <a:off x="457200" y="4498848"/>
            <a:ext cx="8229600" cy="0"/>
          </a:xfrm>
          <a:prstGeom prst="line">
            <a:avLst/>
          </a:prstGeom>
          <a:ln w="9525">
            <a:solidFill>
              <a:srgbClr val="262626"/>
            </a:solidFill>
          </a:ln>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25A7DE5-795C-3DEA-2A53-62BF9428D3DE}"/>
              </a:ext>
            </a:extLst>
          </p:cNvPr>
          <p:cNvSpPr/>
          <p:nvPr/>
        </p:nvSpPr>
        <p:spPr>
          <a:xfrm>
            <a:off x="23039" y="124659"/>
            <a:ext cx="1046809" cy="899469"/>
          </a:xfrm>
          <a:prstGeom prst="ellipse">
            <a:avLst/>
          </a:prstGeom>
          <a:solidFill>
            <a:srgbClr val="FFFFFF"/>
          </a:solidFill>
          <a:ln>
            <a:noFill/>
          </a:ln>
          <a:effectLst>
            <a:outerShdw blurRad="76200" dist="25400" dir="5400000" rotWithShape="0">
              <a:srgbClr val="0A0A0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A blue and white logo&#10;&#10;AI-generated content may be incorrect.">
            <a:extLst>
              <a:ext uri="{FF2B5EF4-FFF2-40B4-BE49-F238E27FC236}">
                <a16:creationId xmlns:a16="http://schemas.microsoft.com/office/drawing/2014/main" id="{D78272CB-0DCD-B4BA-47B2-303F030EE180}"/>
              </a:ext>
            </a:extLst>
          </p:cNvPr>
          <p:cNvPicPr>
            <a:picLocks noChangeAspect="1"/>
          </p:cNvPicPr>
          <p:nvPr/>
        </p:nvPicPr>
        <p:blipFill>
          <a:blip r:embed="rId2"/>
          <a:stretch>
            <a:fillRect/>
          </a:stretch>
        </p:blipFill>
        <p:spPr>
          <a:xfrm>
            <a:off x="181523" y="317004"/>
            <a:ext cx="735307" cy="450950"/>
          </a:xfrm>
          <a:prstGeom prst="rect">
            <a:avLst/>
          </a:prstGeom>
        </p:spPr>
      </p:pic>
      <p:sp>
        <p:nvSpPr>
          <p:cNvPr id="24" name="TextBox 23">
            <a:extLst>
              <a:ext uri="{FF2B5EF4-FFF2-40B4-BE49-F238E27FC236}">
                <a16:creationId xmlns:a16="http://schemas.microsoft.com/office/drawing/2014/main" id="{A2E08507-46ED-7C4D-E8A0-315634EBF73C}"/>
              </a:ext>
            </a:extLst>
          </p:cNvPr>
          <p:cNvSpPr txBox="1"/>
          <p:nvPr/>
        </p:nvSpPr>
        <p:spPr>
          <a:xfrm>
            <a:off x="457200" y="4864608"/>
            <a:ext cx="4572000" cy="123111"/>
          </a:xfrm>
          <a:prstGeom prst="rect">
            <a:avLst/>
          </a:prstGeom>
          <a:noFill/>
        </p:spPr>
        <p:txBody>
          <a:bodyPr wrap="square" lIns="0" tIns="0" rIns="0" bIns="0" anchor="t">
            <a:spAutoFit/>
          </a:bodyPr>
          <a:lstStyle/>
          <a:p>
            <a:r>
              <a:rPr lang="en-US" sz="800" dirty="0" err="1">
                <a:solidFill>
                  <a:srgbClr val="FFFFFF"/>
                </a:solidFill>
                <a:latin typeface="Aptos"/>
              </a:rPr>
              <a:t>RazorSharpFocus</a:t>
            </a:r>
            <a:r>
              <a:rPr lang="en-US" sz="800" dirty="0">
                <a:solidFill>
                  <a:srgbClr val="FFFFFF"/>
                </a:solidFill>
                <a:latin typeface="Aptos"/>
              </a:rPr>
              <a:t> Intelligence </a:t>
            </a:r>
            <a:r>
              <a:rPr sz="800" b="0" dirty="0">
                <a:solidFill>
                  <a:srgbClr val="FFFFFF"/>
                </a:solidFill>
                <a:latin typeface="Aptos"/>
              </a:rPr>
              <a:t>Private Limited</a:t>
            </a:r>
          </a:p>
        </p:txBody>
      </p:sp>
      <p:sp>
        <p:nvSpPr>
          <p:cNvPr id="26" name="TextBox 25">
            <a:extLst>
              <a:ext uri="{FF2B5EF4-FFF2-40B4-BE49-F238E27FC236}">
                <a16:creationId xmlns:a16="http://schemas.microsoft.com/office/drawing/2014/main" id="{04F8FD37-9E88-DE5D-D0D2-5A90595A1FCC}"/>
              </a:ext>
            </a:extLst>
          </p:cNvPr>
          <p:cNvSpPr txBox="1"/>
          <p:nvPr/>
        </p:nvSpPr>
        <p:spPr>
          <a:xfrm>
            <a:off x="2743200" y="4864608"/>
            <a:ext cx="3657600" cy="123111"/>
          </a:xfrm>
          <a:prstGeom prst="rect">
            <a:avLst/>
          </a:prstGeom>
          <a:noFill/>
        </p:spPr>
        <p:txBody>
          <a:bodyPr wrap="square" lIns="0" tIns="0" rIns="0" bIns="0" anchor="t">
            <a:spAutoFit/>
          </a:bodyPr>
          <a:lstStyle/>
          <a:p>
            <a:pPr algn="ctr"/>
            <a:r>
              <a:rPr lang="en-US" sz="800">
                <a:solidFill>
                  <a:srgbClr val="FFFFFF"/>
                </a:solidFill>
                <a:ea typeface="+mn-lt"/>
                <a:cs typeface="+mn-lt"/>
              </a:rPr>
              <a:t>Engineering Intelligent Business Execution</a:t>
            </a:r>
            <a:endParaRPr lang="en-US"/>
          </a:p>
        </p:txBody>
      </p:sp>
      <p:sp>
        <p:nvSpPr>
          <p:cNvPr id="201200" name="TextBox 201200"/>
          <p:cNvSpPr txBox="1"/>
          <p:nvPr/>
        </p:nvSpPr>
        <p:spPr>
          <a:xfrm>
            <a:off x="7589520" y="4864608"/>
            <a:ext cx="1097280" cy="123111"/>
          </a:xfrm>
          <a:prstGeom prst="rect">
            <a:avLst/>
          </a:prstGeom>
          <a:noFill/>
        </p:spPr>
        <p:txBody>
          <a:bodyPr wrap="square" lIns="0" tIns="0" rIns="0" bIns="0">
            <a:spAutoFit/>
          </a:bodyPr>
          <a:lstStyle/>
          <a:p>
            <a:pPr algn="r"/>
            <a:r>
              <a:rPr lang="en-US" sz="800" b="0">
                <a:solidFill>
                  <a:srgbClr val="B5B5B5"/>
                </a:solidFill>
                <a:latin typeface="Aptos"/>
              </a:rPr>
              <a:t>11 / 11</a:t>
            </a:r>
          </a:p>
        </p:txBody>
      </p:sp>
      <p:pic>
        <p:nvPicPr>
          <p:cNvPr id="19" name="Picture 18" descr="A logo with white and orange dots&#10;&#10;AI-generated content may be incorrect.">
            <a:extLst>
              <a:ext uri="{FF2B5EF4-FFF2-40B4-BE49-F238E27FC236}">
                <a16:creationId xmlns:a16="http://schemas.microsoft.com/office/drawing/2014/main" id="{A7065259-05F7-5FCE-AF37-21F1FADFC440}"/>
              </a:ext>
            </a:extLst>
          </p:cNvPr>
          <p:cNvPicPr>
            <a:picLocks noChangeAspect="1"/>
          </p:cNvPicPr>
          <p:nvPr/>
        </p:nvPicPr>
        <p:blipFill>
          <a:blip r:embed="rId3"/>
          <a:srcRect l="29021" t="16559" r="29069" b="17575"/>
          <a:stretch>
            <a:fillRect/>
          </a:stretch>
        </p:blipFill>
        <p:spPr>
          <a:xfrm>
            <a:off x="7778856" y="123541"/>
            <a:ext cx="1079401" cy="997105"/>
          </a:xfrm>
          <a:prstGeom prst="rect">
            <a:avLst/>
          </a:prstGeom>
        </p:spPr>
      </p:pic>
      <p:sp>
        <p:nvSpPr>
          <p:cNvPr id="21" name="TextBox 20">
            <a:extLst>
              <a:ext uri="{FF2B5EF4-FFF2-40B4-BE49-F238E27FC236}">
                <a16:creationId xmlns:a16="http://schemas.microsoft.com/office/drawing/2014/main" id="{9762231B-BF4C-964F-EF35-31EFF4C02099}"/>
              </a:ext>
            </a:extLst>
          </p:cNvPr>
          <p:cNvSpPr txBox="1"/>
          <p:nvPr/>
        </p:nvSpPr>
        <p:spPr>
          <a:xfrm>
            <a:off x="365760" y="4491990"/>
            <a:ext cx="4572000" cy="6514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lnSpc>
                <a:spcPts val="1125"/>
              </a:lnSpc>
            </a:pPr>
            <a:r>
              <a:rPr lang="en-US" sz="1100" b="0" i="0" u="none" strike="noStrike" baseline="0">
                <a:solidFill>
                  <a:srgbClr val="FFFFFF"/>
                </a:solidFill>
                <a:latin typeface="Calibri"/>
                <a:ea typeface="Segoe UI"/>
                <a:cs typeface="Segoe UI"/>
                <a:hlinkClick r:id="rId4"/>
              </a:rPr>
              <a:t>linkedin.com/company/razorsharpfocus</a:t>
            </a:r>
            <a:r>
              <a:rPr lang="en-US" sz="1100" b="0" i="0">
                <a:solidFill>
                  <a:srgbClr val="000000"/>
                </a:solidFill>
                <a:latin typeface="Calibri"/>
                <a:ea typeface="Segoe UI"/>
                <a:cs typeface="Segoe UI"/>
              </a:rPr>
              <a:t>​</a:t>
            </a:r>
          </a:p>
          <a:p>
            <a:pPr algn="l" rtl="0">
              <a:lnSpc>
                <a:spcPts val="1125"/>
              </a:lnSpc>
            </a:pPr>
            <a:r>
              <a:rPr lang="en-US" sz="1100" b="0" i="0">
                <a:solidFill>
                  <a:srgbClr val="000000"/>
                </a:solidFill>
                <a:latin typeface="Calibri"/>
                <a:ea typeface="Segoe UI"/>
                <a:cs typeface="Segoe UI"/>
              </a:rPr>
              <a:t>​</a:t>
            </a:r>
          </a:p>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7761F"/>
      </a:hlink>
      <a:folHlink>
        <a:srgbClr val="F7761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815E8575D6A8747ABE44960A108C5B6" ma:contentTypeVersion="10" ma:contentTypeDescription="Create a new document." ma:contentTypeScope="" ma:versionID="566c8944d4ced8ea721154ccf1d639e6">
  <xsd:schema xmlns:xsd="http://www.w3.org/2001/XMLSchema" xmlns:xs="http://www.w3.org/2001/XMLSchema" xmlns:p="http://schemas.microsoft.com/office/2006/metadata/properties" xmlns:ns2="d07639b6-00c5-48c4-8476-659603304c5b" xmlns:ns3="7a1810e7-d1d9-46ba-bf96-cdd1730df5bb" targetNamespace="http://schemas.microsoft.com/office/2006/metadata/properties" ma:root="true" ma:fieldsID="f2199fee288fc4bedcd5103e7d20cc0f" ns2:_="" ns3:_="">
    <xsd:import namespace="d07639b6-00c5-48c4-8476-659603304c5b"/>
    <xsd:import namespace="7a1810e7-d1d9-46ba-bf96-cdd1730df5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7639b6-00c5-48c4-8476-659603304c5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14e1e58-7624-422d-b39e-74b2af18adb3"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a1810e7-d1d9-46ba-bf96-cdd1730df5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8fec3f2-e8af-4700-8a55-2ff1a80692fc}" ma:internalName="TaxCatchAll" ma:showField="CatchAllData" ma:web="7a1810e7-d1d9-46ba-bf96-cdd1730df5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7a1810e7-d1d9-46ba-bf96-cdd1730df5bb" xsi:nil="true"/>
    <lcf76f155ced4ddcb4097134ff3c332f xmlns="d07639b6-00c5-48c4-8476-659603304c5b">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4A92D5E-28F3-46FA-8009-B64F4C00474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07639b6-00c5-48c4-8476-659603304c5b"/>
    <ds:schemaRef ds:uri="7a1810e7-d1d9-46ba-bf96-cdd1730df5b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41F489A-03A8-455D-A9E4-2A598FE4DB96}">
  <ds:schemaRefs>
    <ds:schemaRef ds:uri="http://schemas.microsoft.com/office/2006/metadata/properties"/>
    <ds:schemaRef ds:uri="http://schemas.microsoft.com/office/infopath/2007/PartnerControls"/>
    <ds:schemaRef ds:uri="7a1810e7-d1d9-46ba-bf96-cdd1730df5bb"/>
    <ds:schemaRef ds:uri="d07639b6-00c5-48c4-8476-659603304c5b"/>
  </ds:schemaRefs>
</ds:datastoreItem>
</file>

<file path=customXml/itemProps3.xml><?xml version="1.0" encoding="utf-8"?>
<ds:datastoreItem xmlns:ds="http://schemas.openxmlformats.org/officeDocument/2006/customXml" ds:itemID="{A303EC14-B29A-4A63-A813-5EA30C67A63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274</cp:revision>
  <dcterms:created xsi:type="dcterms:W3CDTF">2013-01-27T09:14:16Z</dcterms:created>
  <dcterms:modified xsi:type="dcterms:W3CDTF">2026-08-20T07:23:15Z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0x0101001815E8575D6A8747ABE44960A108C5B6</vt:lpwstr>
  </property>
  <property fmtid="{D5CDD505-2E9C-101B-9397-08002B2CF9AE}" pid="3" name="MediaServiceImageTags">
    <vt:lpwstr/>
  </property>
</Properties>
</file>